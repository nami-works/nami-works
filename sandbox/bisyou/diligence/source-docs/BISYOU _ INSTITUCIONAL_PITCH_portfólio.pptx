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12192000" cy="6858000"/>
  <p:notesSz cx="6858000" cy="9144000"/>
  <p:embeddedFontLs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5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94724"/>
  </p:normalViewPr>
  <p:slideViewPr>
    <p:cSldViewPr snapToGrid="0">
      <p:cViewPr varScale="1">
        <p:scale>
          <a:sx n="103" d="100"/>
          <a:sy n="103" d="100"/>
        </p:scale>
        <p:origin x="392" y="184"/>
      </p:cViewPr>
      <p:guideLst>
        <p:guide orient="horz" pos="2208"/>
        <p:guide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3e27de7d0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73e27de7d0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3e27de7d0_2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73e27de7d0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3e27de7d0_2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73e27de7d0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3e27de7d0_2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73e27de7d0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3e27de7d0_2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73e27de7d0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e27de7d0_2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73e27de7d0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3e27de7d0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73e27de7d0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3e27de7d0_2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73e27de7d0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3e27de7d0_2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73e27de7d0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3e27de7d0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73e27de7d0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3e27de7d0_2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73e27de7d0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e27de7d0_2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73e27de7d0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231ae1c39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7231ae1c39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e72e0a43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aee72e0a4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ee72e0a43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aee72e0a4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3e27de7d0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373e27de7d0_2_1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373e27de7d0_2_1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D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4" title="capa-institucional.jpg"/>
          <p:cNvPicPr preferRelativeResize="0"/>
          <p:nvPr/>
        </p:nvPicPr>
        <p:blipFill rotWithShape="1">
          <a:blip r:embed="rId3">
            <a:alphaModFix/>
          </a:blip>
          <a:srcRect l="3007" t="1494" r="-38" b="147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14"/>
          <p:cNvCxnSpPr/>
          <p:nvPr/>
        </p:nvCxnSpPr>
        <p:spPr>
          <a:xfrm>
            <a:off x="550863" y="930992"/>
            <a:ext cx="11090275" cy="0"/>
          </a:xfrm>
          <a:prstGeom prst="straightConnector1">
            <a:avLst/>
          </a:prstGeom>
          <a:noFill/>
          <a:ln w="44450" cap="flat" cmpd="thickThin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" name="Google Shape;29;p14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" name="Google Shape;30;p14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" name="Google Shape;31;p14"/>
          <p:cNvSpPr txBox="1"/>
          <p:nvPr/>
        </p:nvSpPr>
        <p:spPr>
          <a:xfrm>
            <a:off x="705658" y="2227576"/>
            <a:ext cx="490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APRESENTAÇÃO INSTITUCIONAL</a:t>
            </a:r>
            <a:endParaRPr sz="12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" name="Google Shape;32;p14" title="Cópia de bisyou-logotipo-slogan-006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00" y="2833755"/>
            <a:ext cx="3487165" cy="13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-833670" y="3626740"/>
            <a:ext cx="4011529" cy="4108345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" name="Google Shape;38;p15" title="bisyou-2-338_52940963201_o.jpg"/>
          <p:cNvPicPr preferRelativeResize="0"/>
          <p:nvPr/>
        </p:nvPicPr>
        <p:blipFill rotWithShape="1">
          <a:blip r:embed="rId3">
            <a:alphaModFix/>
          </a:blip>
          <a:srcRect t="18856" b="18850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9" name="Google Shape;39;p15"/>
          <p:cNvSpPr txBox="1"/>
          <p:nvPr/>
        </p:nvSpPr>
        <p:spPr>
          <a:xfrm>
            <a:off x="6938475" y="1470525"/>
            <a:ext cx="42672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 Bisyou foi fundada em 2020 pelos sócios Carolina Viudes e Ivan Pinheiro. A engenheira química e o administrador de empresas se encontraram para lançar no mercado um produto pioneiro: o primeiro preenchedor de rugas sem agulhas e com eficácia comprovada do mercado nacional.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Como uma DNVB (Digital Native Vertical Brand), a marca cuida de toda a jornada dos consumidores: desde o desenvolvimento dos produtos até à entrega, atendimento, marketing e gestão.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Prezando pela união e proximidade com nossa comunidade, fortalece o pilar de ciência e utiliza ingredientes vegetais para desenvolver fórmulas inovadoras, livres de crueldade e com resultados comprovados para o rejuvenescimento natural e manutenção da pele brasileira.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15"/>
          <p:cNvSpPr/>
          <p:nvPr/>
        </p:nvSpPr>
        <p:spPr>
          <a:xfrm>
            <a:off x="2163400" y="4794825"/>
            <a:ext cx="4267200" cy="104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" name="Google Shape;41;p15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" name="Google Shape;42;p15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43" name="Google Shape;43;p15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44" name="Google Shape;44;p15"/>
          <p:cNvSpPr txBox="1"/>
          <p:nvPr/>
        </p:nvSpPr>
        <p:spPr>
          <a:xfrm>
            <a:off x="2414275" y="5004450"/>
            <a:ext cx="381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SOBRE A</a:t>
            </a:r>
            <a:r>
              <a:rPr lang="en-US" sz="36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 MARCA</a:t>
            </a:r>
            <a:endParaRPr sz="36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/>
        </p:nvSpPr>
        <p:spPr>
          <a:xfrm>
            <a:off x="715521" y="1282781"/>
            <a:ext cx="9458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PILARES</a:t>
            </a:r>
            <a:endParaRPr>
              <a:solidFill>
                <a:srgbClr val="C89D7B"/>
              </a:solidFill>
            </a:endParaRPr>
          </a:p>
        </p:txBody>
      </p:sp>
      <p:sp>
        <p:nvSpPr>
          <p:cNvPr id="50" name="Google Shape;50;p16"/>
          <p:cNvSpPr txBox="1"/>
          <p:nvPr/>
        </p:nvSpPr>
        <p:spPr>
          <a:xfrm>
            <a:off x="715522" y="1904102"/>
            <a:ext cx="351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INOVAÇÃO E TECNOLOGIA ALIADA À NATUREZA</a:t>
            </a:r>
            <a:endParaRPr sz="105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" name="Google Shape;51;p16"/>
          <p:cNvSpPr txBox="1"/>
          <p:nvPr/>
        </p:nvSpPr>
        <p:spPr>
          <a:xfrm>
            <a:off x="715525" y="2451675"/>
            <a:ext cx="36183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Fórmulas inteligentes, com tecnologia exclusiva, biomimética, ativos vegetais com propriedades ricas e de alta performance e resultados visíveis;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Produtos desenvolvidos com base em pesquisas científicas, dermatologicamente testados e adaptados ao clima e às necessidades da pele brasileira, além de eficácia comprovada e percepção de melhora real da pele;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Desenvolvimento responsável, com foco em multibenefícios e promessas que entregam rejuvenescimento natural e progressivo.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" name="Google Shape;52;p16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" name="Google Shape;53;p16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54" name="Google Shape;54;p16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6229289" y="1846804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6" title="NRM0431.jpg"/>
          <p:cNvPicPr preferRelativeResize="0"/>
          <p:nvPr/>
        </p:nvPicPr>
        <p:blipFill rotWithShape="1">
          <a:blip r:embed="rId3">
            <a:alphaModFix/>
          </a:blip>
          <a:srcRect t="8271" b="8263"/>
          <a:stretch/>
        </p:blipFill>
        <p:spPr>
          <a:xfrm>
            <a:off x="8306204" y="129540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012543" y="0"/>
                </a:moveTo>
                <a:cubicBezTo>
                  <a:pt x="1040283" y="0"/>
                  <a:pt x="1067837" y="733"/>
                  <a:pt x="1095392" y="2014"/>
                </a:cubicBezTo>
                <a:cubicBezTo>
                  <a:pt x="1122946" y="3296"/>
                  <a:pt x="1150501" y="5493"/>
                  <a:pt x="1178055" y="8057"/>
                </a:cubicBezTo>
                <a:cubicBezTo>
                  <a:pt x="1205610" y="10622"/>
                  <a:pt x="1232981" y="14101"/>
                  <a:pt x="1260352" y="18129"/>
                </a:cubicBezTo>
                <a:cubicBezTo>
                  <a:pt x="1287723" y="22158"/>
                  <a:pt x="1314910" y="26918"/>
                  <a:pt x="1341913" y="32228"/>
                </a:cubicBezTo>
                <a:cubicBezTo>
                  <a:pt x="1368917" y="37540"/>
                  <a:pt x="1395921" y="43583"/>
                  <a:pt x="1422741" y="50358"/>
                </a:cubicBezTo>
                <a:cubicBezTo>
                  <a:pt x="1449377" y="57133"/>
                  <a:pt x="1476013" y="64459"/>
                  <a:pt x="1502466" y="72515"/>
                </a:cubicBezTo>
                <a:cubicBezTo>
                  <a:pt x="1529102" y="80572"/>
                  <a:pt x="1555188" y="89179"/>
                  <a:pt x="1581273" y="98520"/>
                </a:cubicBezTo>
                <a:cubicBezTo>
                  <a:pt x="1607359" y="107858"/>
                  <a:pt x="1633075" y="117747"/>
                  <a:pt x="1658609" y="128367"/>
                </a:cubicBezTo>
                <a:cubicBezTo>
                  <a:pt x="1684144" y="138988"/>
                  <a:pt x="1709309" y="150159"/>
                  <a:pt x="1734293" y="162062"/>
                </a:cubicBezTo>
                <a:cubicBezTo>
                  <a:pt x="1759277" y="173963"/>
                  <a:pt x="1784075" y="186416"/>
                  <a:pt x="1808324" y="199419"/>
                </a:cubicBezTo>
                <a:cubicBezTo>
                  <a:pt x="1832755" y="212420"/>
                  <a:pt x="1856820" y="225970"/>
                  <a:pt x="1880517" y="240255"/>
                </a:cubicBezTo>
                <a:cubicBezTo>
                  <a:pt x="1904215" y="254537"/>
                  <a:pt x="1927544" y="269187"/>
                  <a:pt x="1950506" y="284568"/>
                </a:cubicBezTo>
                <a:cubicBezTo>
                  <a:pt x="1973467" y="299951"/>
                  <a:pt x="1996064" y="315882"/>
                  <a:pt x="2018291" y="332363"/>
                </a:cubicBezTo>
                <a:cubicBezTo>
                  <a:pt x="2040335" y="348843"/>
                  <a:pt x="2062195" y="365875"/>
                  <a:pt x="2083504" y="383453"/>
                </a:cubicBezTo>
                <a:cubicBezTo>
                  <a:pt x="2104813" y="401034"/>
                  <a:pt x="2125571" y="419163"/>
                  <a:pt x="2146144" y="437658"/>
                </a:cubicBezTo>
                <a:cubicBezTo>
                  <a:pt x="2166718" y="456152"/>
                  <a:pt x="2186742" y="475198"/>
                  <a:pt x="2206213" y="494790"/>
                </a:cubicBezTo>
                <a:cubicBezTo>
                  <a:pt x="2225685" y="514385"/>
                  <a:pt x="2244791" y="534345"/>
                  <a:pt x="2263343" y="554853"/>
                </a:cubicBezTo>
                <a:cubicBezTo>
                  <a:pt x="2282082" y="575364"/>
                  <a:pt x="2300083" y="596422"/>
                  <a:pt x="2317534" y="617665"/>
                </a:cubicBezTo>
                <a:cubicBezTo>
                  <a:pt x="2334985" y="639090"/>
                  <a:pt x="2352071" y="660881"/>
                  <a:pt x="2368420" y="683038"/>
                </a:cubicBezTo>
                <a:cubicBezTo>
                  <a:pt x="2384952" y="705196"/>
                  <a:pt x="2400934" y="727903"/>
                  <a:pt x="2416180" y="750793"/>
                </a:cubicBezTo>
                <a:cubicBezTo>
                  <a:pt x="2431427" y="773683"/>
                  <a:pt x="2446307" y="797122"/>
                  <a:pt x="2460452" y="820745"/>
                </a:cubicBezTo>
                <a:cubicBezTo>
                  <a:pt x="2474596" y="844550"/>
                  <a:pt x="2488191" y="868540"/>
                  <a:pt x="2501232" y="892895"/>
                </a:cubicBezTo>
                <a:cubicBezTo>
                  <a:pt x="2514276" y="917249"/>
                  <a:pt x="2526767" y="941971"/>
                  <a:pt x="2538523" y="966876"/>
                </a:cubicBezTo>
                <a:cubicBezTo>
                  <a:pt x="2550280" y="991780"/>
                  <a:pt x="2561485" y="1017233"/>
                  <a:pt x="2572140" y="1042687"/>
                </a:cubicBezTo>
                <a:cubicBezTo>
                  <a:pt x="2582610" y="1068140"/>
                  <a:pt x="2592714" y="1093961"/>
                  <a:pt x="2601900" y="1119963"/>
                </a:cubicBezTo>
                <a:cubicBezTo>
                  <a:pt x="2611083" y="1145966"/>
                  <a:pt x="2619901" y="1172335"/>
                  <a:pt x="2627801" y="1198705"/>
                </a:cubicBezTo>
                <a:cubicBezTo>
                  <a:pt x="2635699" y="1225075"/>
                  <a:pt x="2643047" y="1251628"/>
                  <a:pt x="2649845" y="1278546"/>
                </a:cubicBezTo>
                <a:cubicBezTo>
                  <a:pt x="2656641" y="1305465"/>
                  <a:pt x="2662703" y="1332383"/>
                  <a:pt x="2668030" y="1359486"/>
                </a:cubicBezTo>
                <a:cubicBezTo>
                  <a:pt x="2673358" y="1386586"/>
                  <a:pt x="2678134" y="1413872"/>
                  <a:pt x="2682176" y="1441157"/>
                </a:cubicBezTo>
                <a:cubicBezTo>
                  <a:pt x="2686216" y="1468441"/>
                  <a:pt x="2689523" y="1495909"/>
                  <a:pt x="2692279" y="1523378"/>
                </a:cubicBezTo>
                <a:cubicBezTo>
                  <a:pt x="2694850" y="1551029"/>
                  <a:pt x="2697054" y="1578497"/>
                  <a:pt x="2698341" y="1606148"/>
                </a:cubicBezTo>
                <a:cubicBezTo>
                  <a:pt x="2699627" y="1633799"/>
                  <a:pt x="2700361" y="1661450"/>
                  <a:pt x="2700361" y="1689102"/>
                </a:cubicBezTo>
                <a:cubicBezTo>
                  <a:pt x="2700361" y="1716753"/>
                  <a:pt x="2699627" y="1744404"/>
                  <a:pt x="2698341" y="1772055"/>
                </a:cubicBezTo>
                <a:cubicBezTo>
                  <a:pt x="2697054" y="1799706"/>
                  <a:pt x="2694850" y="1827357"/>
                  <a:pt x="2692279" y="1854825"/>
                </a:cubicBezTo>
                <a:cubicBezTo>
                  <a:pt x="2689707" y="1882294"/>
                  <a:pt x="2686216" y="1909762"/>
                  <a:pt x="2682176" y="1937046"/>
                </a:cubicBezTo>
                <a:cubicBezTo>
                  <a:pt x="2678134" y="1964515"/>
                  <a:pt x="2673358" y="1991615"/>
                  <a:pt x="2668030" y="2018718"/>
                </a:cubicBezTo>
                <a:cubicBezTo>
                  <a:pt x="2662703" y="2046003"/>
                  <a:pt x="2656641" y="2072922"/>
                  <a:pt x="2649845" y="2099657"/>
                </a:cubicBezTo>
                <a:cubicBezTo>
                  <a:pt x="2643230" y="2126575"/>
                  <a:pt x="2635883" y="2153129"/>
                  <a:pt x="2627801" y="2179680"/>
                </a:cubicBezTo>
                <a:cubicBezTo>
                  <a:pt x="2619901" y="2206049"/>
                  <a:pt x="2611269" y="2232235"/>
                  <a:pt x="2601900" y="2258423"/>
                </a:cubicBezTo>
                <a:cubicBezTo>
                  <a:pt x="2592530" y="2284609"/>
                  <a:pt x="2582610" y="2310428"/>
                  <a:pt x="2572140" y="2335881"/>
                </a:cubicBezTo>
                <a:cubicBezTo>
                  <a:pt x="2561485" y="2361518"/>
                  <a:pt x="2550280" y="2386790"/>
                  <a:pt x="2538523" y="2411694"/>
                </a:cubicBezTo>
                <a:cubicBezTo>
                  <a:pt x="2526583" y="2436780"/>
                  <a:pt x="2514276" y="2461503"/>
                  <a:pt x="2501232" y="2485858"/>
                </a:cubicBezTo>
                <a:cubicBezTo>
                  <a:pt x="2488191" y="2510212"/>
                  <a:pt x="2474596" y="2534384"/>
                  <a:pt x="2460452" y="2558007"/>
                </a:cubicBezTo>
                <a:cubicBezTo>
                  <a:pt x="2446307" y="2581813"/>
                  <a:pt x="2431611" y="2605069"/>
                  <a:pt x="2416180" y="2628143"/>
                </a:cubicBezTo>
                <a:cubicBezTo>
                  <a:pt x="2400751" y="2651033"/>
                  <a:pt x="2384952" y="2673739"/>
                  <a:pt x="2368420" y="2695897"/>
                </a:cubicBezTo>
                <a:cubicBezTo>
                  <a:pt x="2352071" y="2718055"/>
                  <a:pt x="2335169" y="2739845"/>
                  <a:pt x="2317534" y="2761270"/>
                </a:cubicBezTo>
                <a:cubicBezTo>
                  <a:pt x="2299900" y="2782695"/>
                  <a:pt x="2281898" y="2803571"/>
                  <a:pt x="2263343" y="2824080"/>
                </a:cubicBezTo>
                <a:cubicBezTo>
                  <a:pt x="2244791" y="2844591"/>
                  <a:pt x="2225685" y="2864551"/>
                  <a:pt x="2206213" y="2884143"/>
                </a:cubicBezTo>
                <a:cubicBezTo>
                  <a:pt x="2186558" y="2903738"/>
                  <a:pt x="2166534" y="2922600"/>
                  <a:pt x="2146144" y="2941278"/>
                </a:cubicBezTo>
                <a:cubicBezTo>
                  <a:pt x="2125755" y="2959773"/>
                  <a:pt x="2104813" y="2977902"/>
                  <a:pt x="2083504" y="2995480"/>
                </a:cubicBezTo>
                <a:cubicBezTo>
                  <a:pt x="2062195" y="3013061"/>
                  <a:pt x="2040518" y="3030090"/>
                  <a:pt x="2018291" y="3046571"/>
                </a:cubicBezTo>
                <a:cubicBezTo>
                  <a:pt x="1996064" y="3063053"/>
                  <a:pt x="1973467" y="3078985"/>
                  <a:pt x="1950506" y="3094365"/>
                </a:cubicBezTo>
                <a:cubicBezTo>
                  <a:pt x="1927544" y="3109748"/>
                  <a:pt x="1904215" y="3124582"/>
                  <a:pt x="1880517" y="3138681"/>
                </a:cubicBezTo>
                <a:cubicBezTo>
                  <a:pt x="1856637" y="3152782"/>
                  <a:pt x="1832755" y="3166515"/>
                  <a:pt x="1808324" y="3179517"/>
                </a:cubicBezTo>
                <a:cubicBezTo>
                  <a:pt x="1783891" y="3192701"/>
                  <a:pt x="1759277" y="3204970"/>
                  <a:pt x="1734293" y="3216873"/>
                </a:cubicBezTo>
                <a:cubicBezTo>
                  <a:pt x="1709309" y="3228776"/>
                  <a:pt x="1684144" y="3239947"/>
                  <a:pt x="1658609" y="3250567"/>
                </a:cubicBezTo>
                <a:cubicBezTo>
                  <a:pt x="1633075" y="3261189"/>
                  <a:pt x="1607175" y="3271078"/>
                  <a:pt x="1581273" y="3280416"/>
                </a:cubicBezTo>
                <a:cubicBezTo>
                  <a:pt x="1555188" y="3289756"/>
                  <a:pt x="1528919" y="3298361"/>
                  <a:pt x="1502466" y="3306420"/>
                </a:cubicBezTo>
                <a:cubicBezTo>
                  <a:pt x="1476197" y="3314477"/>
                  <a:pt x="1449561" y="3321801"/>
                  <a:pt x="1422741" y="3328578"/>
                </a:cubicBezTo>
                <a:cubicBezTo>
                  <a:pt x="1395921" y="3335353"/>
                  <a:pt x="1369101" y="3341395"/>
                  <a:pt x="1341913" y="3346705"/>
                </a:cubicBezTo>
                <a:cubicBezTo>
                  <a:pt x="1314910" y="3352199"/>
                  <a:pt x="1287723" y="3356959"/>
                  <a:pt x="1260352" y="3360990"/>
                </a:cubicBezTo>
                <a:cubicBezTo>
                  <a:pt x="1232981" y="3364834"/>
                  <a:pt x="1205610" y="3368314"/>
                  <a:pt x="1178055" y="3371061"/>
                </a:cubicBezTo>
                <a:cubicBezTo>
                  <a:pt x="1150501" y="3373624"/>
                  <a:pt x="1122946" y="3375821"/>
                  <a:pt x="1095392" y="3377103"/>
                </a:cubicBezTo>
                <a:cubicBezTo>
                  <a:pt x="1067654" y="3378386"/>
                  <a:pt x="1040099" y="3379119"/>
                  <a:pt x="1012543" y="3379119"/>
                </a:cubicBezTo>
                <a:lnTo>
                  <a:pt x="0" y="3379119"/>
                </a:lnTo>
                <a:lnTo>
                  <a:pt x="0" y="549"/>
                </a:lnTo>
                <a:lnTo>
                  <a:pt x="1012543" y="549"/>
                </a:lnTo>
                <a:lnTo>
                  <a:pt x="1012543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57" name="Google Shape;57;p16" title="NRM0249.jpg"/>
          <p:cNvPicPr preferRelativeResize="0"/>
          <p:nvPr/>
        </p:nvPicPr>
        <p:blipFill rotWithShape="1">
          <a:blip r:embed="rId4">
            <a:alphaModFix/>
          </a:blip>
          <a:srcRect l="23366" r="23371"/>
          <a:stretch/>
        </p:blipFill>
        <p:spPr>
          <a:xfrm>
            <a:off x="5326064" y="298496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687819" y="0"/>
                </a:moveTo>
                <a:lnTo>
                  <a:pt x="1687819" y="549"/>
                </a:lnTo>
                <a:lnTo>
                  <a:pt x="2700361" y="549"/>
                </a:lnTo>
                <a:lnTo>
                  <a:pt x="2700361" y="3379119"/>
                </a:lnTo>
                <a:lnTo>
                  <a:pt x="1687819" y="3379119"/>
                </a:lnTo>
                <a:cubicBezTo>
                  <a:pt x="1660262" y="3379119"/>
                  <a:pt x="1632708" y="3378386"/>
                  <a:pt x="1604970" y="3377103"/>
                </a:cubicBezTo>
                <a:cubicBezTo>
                  <a:pt x="1577415" y="3375821"/>
                  <a:pt x="1549860" y="3373624"/>
                  <a:pt x="1522306" y="3371061"/>
                </a:cubicBezTo>
                <a:cubicBezTo>
                  <a:pt x="1494751" y="3368314"/>
                  <a:pt x="1467380" y="3364834"/>
                  <a:pt x="1440010" y="3360990"/>
                </a:cubicBezTo>
                <a:cubicBezTo>
                  <a:pt x="1412639" y="3356959"/>
                  <a:pt x="1385451" y="3352199"/>
                  <a:pt x="1358448" y="3346705"/>
                </a:cubicBezTo>
                <a:cubicBezTo>
                  <a:pt x="1331261" y="3341395"/>
                  <a:pt x="1304441" y="3335353"/>
                  <a:pt x="1277621" y="3328578"/>
                </a:cubicBezTo>
                <a:cubicBezTo>
                  <a:pt x="1250801" y="3321801"/>
                  <a:pt x="1224164" y="3314477"/>
                  <a:pt x="1197895" y="3306420"/>
                </a:cubicBezTo>
                <a:cubicBezTo>
                  <a:pt x="1171443" y="3298361"/>
                  <a:pt x="1145173" y="3289756"/>
                  <a:pt x="1119088" y="3280416"/>
                </a:cubicBezTo>
                <a:cubicBezTo>
                  <a:pt x="1093186" y="3271078"/>
                  <a:pt x="1067286" y="3261189"/>
                  <a:pt x="1041752" y="3250567"/>
                </a:cubicBezTo>
                <a:cubicBezTo>
                  <a:pt x="1016217" y="3239947"/>
                  <a:pt x="991052" y="3228776"/>
                  <a:pt x="966068" y="3216873"/>
                </a:cubicBezTo>
                <a:cubicBezTo>
                  <a:pt x="941085" y="3204970"/>
                  <a:pt x="916470" y="3192701"/>
                  <a:pt x="892037" y="3179517"/>
                </a:cubicBezTo>
                <a:cubicBezTo>
                  <a:pt x="867606" y="3166515"/>
                  <a:pt x="843725" y="3152782"/>
                  <a:pt x="819845" y="3138681"/>
                </a:cubicBezTo>
                <a:cubicBezTo>
                  <a:pt x="796146" y="3124582"/>
                  <a:pt x="772817" y="3109748"/>
                  <a:pt x="749856" y="3094365"/>
                </a:cubicBezTo>
                <a:cubicBezTo>
                  <a:pt x="726894" y="3078985"/>
                  <a:pt x="704297" y="3063053"/>
                  <a:pt x="682070" y="3046571"/>
                </a:cubicBezTo>
                <a:cubicBezTo>
                  <a:pt x="659843" y="3030090"/>
                  <a:pt x="638167" y="3013061"/>
                  <a:pt x="616858" y="2995480"/>
                </a:cubicBezTo>
                <a:cubicBezTo>
                  <a:pt x="595548" y="2977902"/>
                  <a:pt x="574607" y="2959773"/>
                  <a:pt x="554218" y="2941278"/>
                </a:cubicBezTo>
                <a:cubicBezTo>
                  <a:pt x="533827" y="2922600"/>
                  <a:pt x="513803" y="2903738"/>
                  <a:pt x="494149" y="2884143"/>
                </a:cubicBezTo>
                <a:cubicBezTo>
                  <a:pt x="474676" y="2864551"/>
                  <a:pt x="455570" y="2844591"/>
                  <a:pt x="437018" y="2824080"/>
                </a:cubicBezTo>
                <a:cubicBezTo>
                  <a:pt x="418463" y="2803571"/>
                  <a:pt x="400461" y="2782695"/>
                  <a:pt x="382827" y="2761270"/>
                </a:cubicBezTo>
                <a:cubicBezTo>
                  <a:pt x="365192" y="2739845"/>
                  <a:pt x="348291" y="2718055"/>
                  <a:pt x="331941" y="2695897"/>
                </a:cubicBezTo>
                <a:cubicBezTo>
                  <a:pt x="315409" y="2673739"/>
                  <a:pt x="299611" y="2651033"/>
                  <a:pt x="284182" y="2628143"/>
                </a:cubicBezTo>
                <a:cubicBezTo>
                  <a:pt x="268751" y="2605069"/>
                  <a:pt x="254054" y="2581813"/>
                  <a:pt x="239909" y="2558007"/>
                </a:cubicBezTo>
                <a:cubicBezTo>
                  <a:pt x="225765" y="2534384"/>
                  <a:pt x="212171" y="2510212"/>
                  <a:pt x="199129" y="2485858"/>
                </a:cubicBezTo>
                <a:cubicBezTo>
                  <a:pt x="186085" y="2461503"/>
                  <a:pt x="173778" y="2436780"/>
                  <a:pt x="161838" y="2411694"/>
                </a:cubicBezTo>
                <a:cubicBezTo>
                  <a:pt x="150082" y="2386790"/>
                  <a:pt x="138876" y="2361518"/>
                  <a:pt x="128222" y="2335881"/>
                </a:cubicBezTo>
                <a:cubicBezTo>
                  <a:pt x="117751" y="2310428"/>
                  <a:pt x="107831" y="2284609"/>
                  <a:pt x="98462" y="2258423"/>
                </a:cubicBezTo>
                <a:cubicBezTo>
                  <a:pt x="89093" y="2232235"/>
                  <a:pt x="80460" y="2206049"/>
                  <a:pt x="72560" y="2179680"/>
                </a:cubicBezTo>
                <a:cubicBezTo>
                  <a:pt x="64478" y="2153129"/>
                  <a:pt x="57131" y="2126575"/>
                  <a:pt x="50516" y="2099657"/>
                </a:cubicBezTo>
                <a:cubicBezTo>
                  <a:pt x="43720" y="2072922"/>
                  <a:pt x="37658" y="2046003"/>
                  <a:pt x="32331" y="2018718"/>
                </a:cubicBezTo>
                <a:cubicBezTo>
                  <a:pt x="27004" y="1991615"/>
                  <a:pt x="22227" y="1964515"/>
                  <a:pt x="18185" y="1937046"/>
                </a:cubicBezTo>
                <a:cubicBezTo>
                  <a:pt x="14146" y="1909762"/>
                  <a:pt x="10655" y="1882294"/>
                  <a:pt x="8082" y="1854825"/>
                </a:cubicBezTo>
                <a:cubicBezTo>
                  <a:pt x="5511" y="1827357"/>
                  <a:pt x="3307" y="1799706"/>
                  <a:pt x="2020" y="1772055"/>
                </a:cubicBezTo>
                <a:cubicBezTo>
                  <a:pt x="734" y="1744404"/>
                  <a:pt x="0" y="1716753"/>
                  <a:pt x="0" y="1689102"/>
                </a:cubicBezTo>
                <a:cubicBezTo>
                  <a:pt x="0" y="1661450"/>
                  <a:pt x="734" y="1633799"/>
                  <a:pt x="2020" y="1606148"/>
                </a:cubicBezTo>
                <a:cubicBezTo>
                  <a:pt x="3307" y="1578497"/>
                  <a:pt x="5511" y="1551029"/>
                  <a:pt x="8082" y="1523378"/>
                </a:cubicBezTo>
                <a:cubicBezTo>
                  <a:pt x="10838" y="1495909"/>
                  <a:pt x="14146" y="1468441"/>
                  <a:pt x="18185" y="1441157"/>
                </a:cubicBezTo>
                <a:cubicBezTo>
                  <a:pt x="22227" y="1413872"/>
                  <a:pt x="27004" y="1386586"/>
                  <a:pt x="32331" y="1359486"/>
                </a:cubicBezTo>
                <a:cubicBezTo>
                  <a:pt x="37658" y="1332383"/>
                  <a:pt x="43720" y="1305465"/>
                  <a:pt x="50516" y="1278546"/>
                </a:cubicBezTo>
                <a:cubicBezTo>
                  <a:pt x="57315" y="1251628"/>
                  <a:pt x="64662" y="1225075"/>
                  <a:pt x="72560" y="1198705"/>
                </a:cubicBezTo>
                <a:cubicBezTo>
                  <a:pt x="80460" y="1172335"/>
                  <a:pt x="89278" y="1145965"/>
                  <a:pt x="98462" y="1119963"/>
                </a:cubicBezTo>
                <a:cubicBezTo>
                  <a:pt x="107647" y="1093961"/>
                  <a:pt x="117751" y="1068140"/>
                  <a:pt x="128222" y="1042687"/>
                </a:cubicBezTo>
                <a:cubicBezTo>
                  <a:pt x="138876" y="1017233"/>
                  <a:pt x="150082" y="991780"/>
                  <a:pt x="161838" y="966876"/>
                </a:cubicBezTo>
                <a:cubicBezTo>
                  <a:pt x="173594" y="941971"/>
                  <a:pt x="186085" y="917249"/>
                  <a:pt x="199129" y="892895"/>
                </a:cubicBezTo>
                <a:cubicBezTo>
                  <a:pt x="212171" y="868540"/>
                  <a:pt x="225765" y="844550"/>
                  <a:pt x="239909" y="820745"/>
                </a:cubicBezTo>
                <a:cubicBezTo>
                  <a:pt x="254054" y="797122"/>
                  <a:pt x="268934" y="773683"/>
                  <a:pt x="284182" y="750793"/>
                </a:cubicBezTo>
                <a:cubicBezTo>
                  <a:pt x="299427" y="727903"/>
                  <a:pt x="315409" y="705196"/>
                  <a:pt x="331941" y="683038"/>
                </a:cubicBezTo>
                <a:cubicBezTo>
                  <a:pt x="348291" y="660881"/>
                  <a:pt x="365376" y="639090"/>
                  <a:pt x="382827" y="617665"/>
                </a:cubicBezTo>
                <a:cubicBezTo>
                  <a:pt x="400278" y="596422"/>
                  <a:pt x="418279" y="575364"/>
                  <a:pt x="437018" y="554853"/>
                </a:cubicBezTo>
                <a:cubicBezTo>
                  <a:pt x="455570" y="534344"/>
                  <a:pt x="474676" y="514385"/>
                  <a:pt x="494149" y="494790"/>
                </a:cubicBezTo>
                <a:cubicBezTo>
                  <a:pt x="513619" y="475198"/>
                  <a:pt x="533643" y="456152"/>
                  <a:pt x="554218" y="437657"/>
                </a:cubicBezTo>
                <a:cubicBezTo>
                  <a:pt x="574790" y="419163"/>
                  <a:pt x="595548" y="401033"/>
                  <a:pt x="616857" y="383453"/>
                </a:cubicBezTo>
                <a:cubicBezTo>
                  <a:pt x="638167" y="365874"/>
                  <a:pt x="660027" y="348843"/>
                  <a:pt x="682070" y="332363"/>
                </a:cubicBezTo>
                <a:cubicBezTo>
                  <a:pt x="704297" y="315882"/>
                  <a:pt x="726894" y="299951"/>
                  <a:pt x="749856" y="284568"/>
                </a:cubicBezTo>
                <a:cubicBezTo>
                  <a:pt x="772817" y="269187"/>
                  <a:pt x="796146" y="254537"/>
                  <a:pt x="819845" y="240255"/>
                </a:cubicBezTo>
                <a:cubicBezTo>
                  <a:pt x="843541" y="225970"/>
                  <a:pt x="867606" y="212420"/>
                  <a:pt x="892037" y="199419"/>
                </a:cubicBezTo>
                <a:cubicBezTo>
                  <a:pt x="916286" y="186416"/>
                  <a:pt x="941085" y="173963"/>
                  <a:pt x="966068" y="162062"/>
                </a:cubicBezTo>
                <a:cubicBezTo>
                  <a:pt x="991052" y="150159"/>
                  <a:pt x="1016217" y="138988"/>
                  <a:pt x="1041752" y="128367"/>
                </a:cubicBezTo>
                <a:cubicBezTo>
                  <a:pt x="1067286" y="117747"/>
                  <a:pt x="1093003" y="107858"/>
                  <a:pt x="1119088" y="98520"/>
                </a:cubicBezTo>
                <a:cubicBezTo>
                  <a:pt x="1145173" y="89179"/>
                  <a:pt x="1171259" y="80572"/>
                  <a:pt x="1197895" y="72515"/>
                </a:cubicBezTo>
                <a:cubicBezTo>
                  <a:pt x="1224348" y="64459"/>
                  <a:pt x="1250984" y="57133"/>
                  <a:pt x="1277621" y="50358"/>
                </a:cubicBezTo>
                <a:cubicBezTo>
                  <a:pt x="1304441" y="43583"/>
                  <a:pt x="1331444" y="37540"/>
                  <a:pt x="1358448" y="32228"/>
                </a:cubicBezTo>
                <a:cubicBezTo>
                  <a:pt x="1385451" y="26918"/>
                  <a:pt x="1412639" y="22158"/>
                  <a:pt x="1440010" y="18129"/>
                </a:cubicBezTo>
                <a:cubicBezTo>
                  <a:pt x="1467380" y="14101"/>
                  <a:pt x="1494751" y="10622"/>
                  <a:pt x="1522306" y="8056"/>
                </a:cubicBezTo>
                <a:cubicBezTo>
                  <a:pt x="1549860" y="5493"/>
                  <a:pt x="1577415" y="3296"/>
                  <a:pt x="1604970" y="2014"/>
                </a:cubicBezTo>
                <a:cubicBezTo>
                  <a:pt x="1632524" y="732"/>
                  <a:pt x="1660079" y="0"/>
                  <a:pt x="168781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/>
        </p:nvSpPr>
        <p:spPr>
          <a:xfrm>
            <a:off x="715521" y="1282781"/>
            <a:ext cx="9458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PILARES</a:t>
            </a:r>
            <a:endParaRPr>
              <a:solidFill>
                <a:srgbClr val="C89D7B"/>
              </a:solidFill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715522" y="1904102"/>
            <a:ext cx="351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COMPROMISSO COM A ÉTICA E SUSTENTABILIDADE</a:t>
            </a:r>
            <a:endParaRPr sz="105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715525" y="2451675"/>
            <a:ext cx="36183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Produtos 100% veganos e livres de crueldade, sem testes em animais;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Embalagens sustentáveis, feitas com plástico derivado da cana-de-açúcar, uma fonte renovável e que contribui para menor emissão de carbono na atmosfera;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Ingredientes seguros para a pele e de origem consciente, com o melhor que a tecnologia e a natureza tem a oferecer.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5" name="Google Shape;65;p17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" name="Google Shape;66;p17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6229289" y="1846804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9" name="Google Shape;69;p17" title="_DSC0515.JPG"/>
          <p:cNvPicPr preferRelativeResize="0"/>
          <p:nvPr/>
        </p:nvPicPr>
        <p:blipFill rotWithShape="1">
          <a:blip r:embed="rId3">
            <a:alphaModFix/>
          </a:blip>
          <a:srcRect t="8172" b="8180"/>
          <a:stretch/>
        </p:blipFill>
        <p:spPr>
          <a:xfrm>
            <a:off x="8306204" y="129540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012543" y="0"/>
                </a:moveTo>
                <a:cubicBezTo>
                  <a:pt x="1040283" y="0"/>
                  <a:pt x="1067837" y="733"/>
                  <a:pt x="1095392" y="2014"/>
                </a:cubicBezTo>
                <a:cubicBezTo>
                  <a:pt x="1122946" y="3296"/>
                  <a:pt x="1150501" y="5493"/>
                  <a:pt x="1178055" y="8057"/>
                </a:cubicBezTo>
                <a:cubicBezTo>
                  <a:pt x="1205610" y="10622"/>
                  <a:pt x="1232981" y="14101"/>
                  <a:pt x="1260352" y="18129"/>
                </a:cubicBezTo>
                <a:cubicBezTo>
                  <a:pt x="1287723" y="22158"/>
                  <a:pt x="1314910" y="26918"/>
                  <a:pt x="1341913" y="32228"/>
                </a:cubicBezTo>
                <a:cubicBezTo>
                  <a:pt x="1368917" y="37540"/>
                  <a:pt x="1395921" y="43583"/>
                  <a:pt x="1422741" y="50358"/>
                </a:cubicBezTo>
                <a:cubicBezTo>
                  <a:pt x="1449377" y="57133"/>
                  <a:pt x="1476013" y="64459"/>
                  <a:pt x="1502466" y="72515"/>
                </a:cubicBezTo>
                <a:cubicBezTo>
                  <a:pt x="1529102" y="80572"/>
                  <a:pt x="1555188" y="89179"/>
                  <a:pt x="1581273" y="98520"/>
                </a:cubicBezTo>
                <a:cubicBezTo>
                  <a:pt x="1607359" y="107858"/>
                  <a:pt x="1633075" y="117747"/>
                  <a:pt x="1658609" y="128367"/>
                </a:cubicBezTo>
                <a:cubicBezTo>
                  <a:pt x="1684144" y="138988"/>
                  <a:pt x="1709309" y="150159"/>
                  <a:pt x="1734293" y="162062"/>
                </a:cubicBezTo>
                <a:cubicBezTo>
                  <a:pt x="1759277" y="173963"/>
                  <a:pt x="1784075" y="186416"/>
                  <a:pt x="1808324" y="199419"/>
                </a:cubicBezTo>
                <a:cubicBezTo>
                  <a:pt x="1832755" y="212420"/>
                  <a:pt x="1856820" y="225970"/>
                  <a:pt x="1880517" y="240255"/>
                </a:cubicBezTo>
                <a:cubicBezTo>
                  <a:pt x="1904215" y="254537"/>
                  <a:pt x="1927544" y="269187"/>
                  <a:pt x="1950506" y="284568"/>
                </a:cubicBezTo>
                <a:cubicBezTo>
                  <a:pt x="1973467" y="299951"/>
                  <a:pt x="1996064" y="315882"/>
                  <a:pt x="2018291" y="332363"/>
                </a:cubicBezTo>
                <a:cubicBezTo>
                  <a:pt x="2040335" y="348843"/>
                  <a:pt x="2062195" y="365875"/>
                  <a:pt x="2083504" y="383453"/>
                </a:cubicBezTo>
                <a:cubicBezTo>
                  <a:pt x="2104813" y="401034"/>
                  <a:pt x="2125571" y="419163"/>
                  <a:pt x="2146144" y="437658"/>
                </a:cubicBezTo>
                <a:cubicBezTo>
                  <a:pt x="2166718" y="456152"/>
                  <a:pt x="2186742" y="475198"/>
                  <a:pt x="2206213" y="494790"/>
                </a:cubicBezTo>
                <a:cubicBezTo>
                  <a:pt x="2225685" y="514385"/>
                  <a:pt x="2244791" y="534345"/>
                  <a:pt x="2263343" y="554853"/>
                </a:cubicBezTo>
                <a:cubicBezTo>
                  <a:pt x="2282082" y="575364"/>
                  <a:pt x="2300083" y="596422"/>
                  <a:pt x="2317534" y="617665"/>
                </a:cubicBezTo>
                <a:cubicBezTo>
                  <a:pt x="2334985" y="639090"/>
                  <a:pt x="2352071" y="660881"/>
                  <a:pt x="2368420" y="683038"/>
                </a:cubicBezTo>
                <a:cubicBezTo>
                  <a:pt x="2384952" y="705196"/>
                  <a:pt x="2400934" y="727903"/>
                  <a:pt x="2416180" y="750793"/>
                </a:cubicBezTo>
                <a:cubicBezTo>
                  <a:pt x="2431427" y="773683"/>
                  <a:pt x="2446307" y="797122"/>
                  <a:pt x="2460452" y="820745"/>
                </a:cubicBezTo>
                <a:cubicBezTo>
                  <a:pt x="2474596" y="844550"/>
                  <a:pt x="2488191" y="868540"/>
                  <a:pt x="2501232" y="892895"/>
                </a:cubicBezTo>
                <a:cubicBezTo>
                  <a:pt x="2514276" y="917249"/>
                  <a:pt x="2526767" y="941971"/>
                  <a:pt x="2538523" y="966876"/>
                </a:cubicBezTo>
                <a:cubicBezTo>
                  <a:pt x="2550280" y="991780"/>
                  <a:pt x="2561485" y="1017233"/>
                  <a:pt x="2572140" y="1042687"/>
                </a:cubicBezTo>
                <a:cubicBezTo>
                  <a:pt x="2582610" y="1068140"/>
                  <a:pt x="2592714" y="1093961"/>
                  <a:pt x="2601900" y="1119963"/>
                </a:cubicBezTo>
                <a:cubicBezTo>
                  <a:pt x="2611083" y="1145966"/>
                  <a:pt x="2619901" y="1172335"/>
                  <a:pt x="2627801" y="1198705"/>
                </a:cubicBezTo>
                <a:cubicBezTo>
                  <a:pt x="2635699" y="1225075"/>
                  <a:pt x="2643047" y="1251628"/>
                  <a:pt x="2649845" y="1278546"/>
                </a:cubicBezTo>
                <a:cubicBezTo>
                  <a:pt x="2656641" y="1305465"/>
                  <a:pt x="2662703" y="1332383"/>
                  <a:pt x="2668030" y="1359486"/>
                </a:cubicBezTo>
                <a:cubicBezTo>
                  <a:pt x="2673358" y="1386586"/>
                  <a:pt x="2678134" y="1413872"/>
                  <a:pt x="2682176" y="1441157"/>
                </a:cubicBezTo>
                <a:cubicBezTo>
                  <a:pt x="2686216" y="1468441"/>
                  <a:pt x="2689523" y="1495909"/>
                  <a:pt x="2692279" y="1523378"/>
                </a:cubicBezTo>
                <a:cubicBezTo>
                  <a:pt x="2694850" y="1551029"/>
                  <a:pt x="2697054" y="1578497"/>
                  <a:pt x="2698341" y="1606148"/>
                </a:cubicBezTo>
                <a:cubicBezTo>
                  <a:pt x="2699627" y="1633799"/>
                  <a:pt x="2700361" y="1661450"/>
                  <a:pt x="2700361" y="1689102"/>
                </a:cubicBezTo>
                <a:cubicBezTo>
                  <a:pt x="2700361" y="1716753"/>
                  <a:pt x="2699627" y="1744404"/>
                  <a:pt x="2698341" y="1772055"/>
                </a:cubicBezTo>
                <a:cubicBezTo>
                  <a:pt x="2697054" y="1799706"/>
                  <a:pt x="2694850" y="1827357"/>
                  <a:pt x="2692279" y="1854825"/>
                </a:cubicBezTo>
                <a:cubicBezTo>
                  <a:pt x="2689707" y="1882294"/>
                  <a:pt x="2686216" y="1909762"/>
                  <a:pt x="2682176" y="1937046"/>
                </a:cubicBezTo>
                <a:cubicBezTo>
                  <a:pt x="2678134" y="1964515"/>
                  <a:pt x="2673358" y="1991615"/>
                  <a:pt x="2668030" y="2018718"/>
                </a:cubicBezTo>
                <a:cubicBezTo>
                  <a:pt x="2662703" y="2046003"/>
                  <a:pt x="2656641" y="2072922"/>
                  <a:pt x="2649845" y="2099657"/>
                </a:cubicBezTo>
                <a:cubicBezTo>
                  <a:pt x="2643230" y="2126575"/>
                  <a:pt x="2635883" y="2153129"/>
                  <a:pt x="2627801" y="2179680"/>
                </a:cubicBezTo>
                <a:cubicBezTo>
                  <a:pt x="2619901" y="2206049"/>
                  <a:pt x="2611269" y="2232235"/>
                  <a:pt x="2601900" y="2258423"/>
                </a:cubicBezTo>
                <a:cubicBezTo>
                  <a:pt x="2592530" y="2284609"/>
                  <a:pt x="2582610" y="2310428"/>
                  <a:pt x="2572140" y="2335881"/>
                </a:cubicBezTo>
                <a:cubicBezTo>
                  <a:pt x="2561485" y="2361518"/>
                  <a:pt x="2550280" y="2386790"/>
                  <a:pt x="2538523" y="2411694"/>
                </a:cubicBezTo>
                <a:cubicBezTo>
                  <a:pt x="2526583" y="2436780"/>
                  <a:pt x="2514276" y="2461503"/>
                  <a:pt x="2501232" y="2485858"/>
                </a:cubicBezTo>
                <a:cubicBezTo>
                  <a:pt x="2488191" y="2510212"/>
                  <a:pt x="2474596" y="2534384"/>
                  <a:pt x="2460452" y="2558007"/>
                </a:cubicBezTo>
                <a:cubicBezTo>
                  <a:pt x="2446307" y="2581813"/>
                  <a:pt x="2431611" y="2605069"/>
                  <a:pt x="2416180" y="2628143"/>
                </a:cubicBezTo>
                <a:cubicBezTo>
                  <a:pt x="2400751" y="2651033"/>
                  <a:pt x="2384952" y="2673739"/>
                  <a:pt x="2368420" y="2695897"/>
                </a:cubicBezTo>
                <a:cubicBezTo>
                  <a:pt x="2352071" y="2718055"/>
                  <a:pt x="2335169" y="2739845"/>
                  <a:pt x="2317534" y="2761270"/>
                </a:cubicBezTo>
                <a:cubicBezTo>
                  <a:pt x="2299900" y="2782695"/>
                  <a:pt x="2281898" y="2803571"/>
                  <a:pt x="2263343" y="2824080"/>
                </a:cubicBezTo>
                <a:cubicBezTo>
                  <a:pt x="2244791" y="2844591"/>
                  <a:pt x="2225685" y="2864551"/>
                  <a:pt x="2206213" y="2884143"/>
                </a:cubicBezTo>
                <a:cubicBezTo>
                  <a:pt x="2186558" y="2903738"/>
                  <a:pt x="2166534" y="2922600"/>
                  <a:pt x="2146144" y="2941278"/>
                </a:cubicBezTo>
                <a:cubicBezTo>
                  <a:pt x="2125755" y="2959773"/>
                  <a:pt x="2104813" y="2977902"/>
                  <a:pt x="2083504" y="2995480"/>
                </a:cubicBezTo>
                <a:cubicBezTo>
                  <a:pt x="2062195" y="3013061"/>
                  <a:pt x="2040518" y="3030090"/>
                  <a:pt x="2018291" y="3046571"/>
                </a:cubicBezTo>
                <a:cubicBezTo>
                  <a:pt x="1996064" y="3063053"/>
                  <a:pt x="1973467" y="3078985"/>
                  <a:pt x="1950506" y="3094365"/>
                </a:cubicBezTo>
                <a:cubicBezTo>
                  <a:pt x="1927544" y="3109748"/>
                  <a:pt x="1904215" y="3124582"/>
                  <a:pt x="1880517" y="3138681"/>
                </a:cubicBezTo>
                <a:cubicBezTo>
                  <a:pt x="1856637" y="3152782"/>
                  <a:pt x="1832755" y="3166515"/>
                  <a:pt x="1808324" y="3179517"/>
                </a:cubicBezTo>
                <a:cubicBezTo>
                  <a:pt x="1783891" y="3192701"/>
                  <a:pt x="1759277" y="3204970"/>
                  <a:pt x="1734293" y="3216873"/>
                </a:cubicBezTo>
                <a:cubicBezTo>
                  <a:pt x="1709309" y="3228776"/>
                  <a:pt x="1684144" y="3239947"/>
                  <a:pt x="1658609" y="3250567"/>
                </a:cubicBezTo>
                <a:cubicBezTo>
                  <a:pt x="1633075" y="3261189"/>
                  <a:pt x="1607175" y="3271078"/>
                  <a:pt x="1581273" y="3280416"/>
                </a:cubicBezTo>
                <a:cubicBezTo>
                  <a:pt x="1555188" y="3289756"/>
                  <a:pt x="1528919" y="3298361"/>
                  <a:pt x="1502466" y="3306420"/>
                </a:cubicBezTo>
                <a:cubicBezTo>
                  <a:pt x="1476197" y="3314477"/>
                  <a:pt x="1449561" y="3321801"/>
                  <a:pt x="1422741" y="3328578"/>
                </a:cubicBezTo>
                <a:cubicBezTo>
                  <a:pt x="1395921" y="3335353"/>
                  <a:pt x="1369101" y="3341395"/>
                  <a:pt x="1341913" y="3346705"/>
                </a:cubicBezTo>
                <a:cubicBezTo>
                  <a:pt x="1314910" y="3352199"/>
                  <a:pt x="1287723" y="3356959"/>
                  <a:pt x="1260352" y="3360990"/>
                </a:cubicBezTo>
                <a:cubicBezTo>
                  <a:pt x="1232981" y="3364834"/>
                  <a:pt x="1205610" y="3368314"/>
                  <a:pt x="1178055" y="3371061"/>
                </a:cubicBezTo>
                <a:cubicBezTo>
                  <a:pt x="1150501" y="3373624"/>
                  <a:pt x="1122946" y="3375821"/>
                  <a:pt x="1095392" y="3377103"/>
                </a:cubicBezTo>
                <a:cubicBezTo>
                  <a:pt x="1067654" y="3378386"/>
                  <a:pt x="1040099" y="3379119"/>
                  <a:pt x="1012543" y="3379119"/>
                </a:cubicBezTo>
                <a:lnTo>
                  <a:pt x="0" y="3379119"/>
                </a:lnTo>
                <a:lnTo>
                  <a:pt x="0" y="549"/>
                </a:lnTo>
                <a:lnTo>
                  <a:pt x="1012543" y="549"/>
                </a:lnTo>
                <a:lnTo>
                  <a:pt x="1012543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70" name="Google Shape;70;p17" title="bisyou-2-307_52941358010_o.jpg"/>
          <p:cNvPicPr preferRelativeResize="0"/>
          <p:nvPr/>
        </p:nvPicPr>
        <p:blipFill rotWithShape="1">
          <a:blip r:embed="rId4">
            <a:alphaModFix/>
          </a:blip>
          <a:srcRect l="23366" r="23371"/>
          <a:stretch/>
        </p:blipFill>
        <p:spPr>
          <a:xfrm>
            <a:off x="5326064" y="298496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687819" y="0"/>
                </a:moveTo>
                <a:lnTo>
                  <a:pt x="1687819" y="549"/>
                </a:lnTo>
                <a:lnTo>
                  <a:pt x="2700361" y="549"/>
                </a:lnTo>
                <a:lnTo>
                  <a:pt x="2700361" y="3379119"/>
                </a:lnTo>
                <a:lnTo>
                  <a:pt x="1687819" y="3379119"/>
                </a:lnTo>
                <a:cubicBezTo>
                  <a:pt x="1660262" y="3379119"/>
                  <a:pt x="1632708" y="3378386"/>
                  <a:pt x="1604970" y="3377103"/>
                </a:cubicBezTo>
                <a:cubicBezTo>
                  <a:pt x="1577415" y="3375821"/>
                  <a:pt x="1549860" y="3373624"/>
                  <a:pt x="1522306" y="3371061"/>
                </a:cubicBezTo>
                <a:cubicBezTo>
                  <a:pt x="1494751" y="3368314"/>
                  <a:pt x="1467380" y="3364834"/>
                  <a:pt x="1440010" y="3360990"/>
                </a:cubicBezTo>
                <a:cubicBezTo>
                  <a:pt x="1412639" y="3356959"/>
                  <a:pt x="1385451" y="3352199"/>
                  <a:pt x="1358448" y="3346705"/>
                </a:cubicBezTo>
                <a:cubicBezTo>
                  <a:pt x="1331261" y="3341395"/>
                  <a:pt x="1304441" y="3335353"/>
                  <a:pt x="1277621" y="3328578"/>
                </a:cubicBezTo>
                <a:cubicBezTo>
                  <a:pt x="1250801" y="3321801"/>
                  <a:pt x="1224164" y="3314477"/>
                  <a:pt x="1197895" y="3306420"/>
                </a:cubicBezTo>
                <a:cubicBezTo>
                  <a:pt x="1171443" y="3298361"/>
                  <a:pt x="1145173" y="3289756"/>
                  <a:pt x="1119088" y="3280416"/>
                </a:cubicBezTo>
                <a:cubicBezTo>
                  <a:pt x="1093186" y="3271078"/>
                  <a:pt x="1067286" y="3261189"/>
                  <a:pt x="1041752" y="3250567"/>
                </a:cubicBezTo>
                <a:cubicBezTo>
                  <a:pt x="1016217" y="3239947"/>
                  <a:pt x="991052" y="3228776"/>
                  <a:pt x="966068" y="3216873"/>
                </a:cubicBezTo>
                <a:cubicBezTo>
                  <a:pt x="941085" y="3204970"/>
                  <a:pt x="916470" y="3192701"/>
                  <a:pt x="892037" y="3179517"/>
                </a:cubicBezTo>
                <a:cubicBezTo>
                  <a:pt x="867606" y="3166515"/>
                  <a:pt x="843725" y="3152782"/>
                  <a:pt x="819845" y="3138681"/>
                </a:cubicBezTo>
                <a:cubicBezTo>
                  <a:pt x="796146" y="3124582"/>
                  <a:pt x="772817" y="3109748"/>
                  <a:pt x="749856" y="3094365"/>
                </a:cubicBezTo>
                <a:cubicBezTo>
                  <a:pt x="726894" y="3078985"/>
                  <a:pt x="704297" y="3063053"/>
                  <a:pt x="682070" y="3046571"/>
                </a:cubicBezTo>
                <a:cubicBezTo>
                  <a:pt x="659843" y="3030090"/>
                  <a:pt x="638167" y="3013061"/>
                  <a:pt x="616858" y="2995480"/>
                </a:cubicBezTo>
                <a:cubicBezTo>
                  <a:pt x="595548" y="2977902"/>
                  <a:pt x="574607" y="2959773"/>
                  <a:pt x="554218" y="2941278"/>
                </a:cubicBezTo>
                <a:cubicBezTo>
                  <a:pt x="533827" y="2922600"/>
                  <a:pt x="513803" y="2903738"/>
                  <a:pt x="494149" y="2884143"/>
                </a:cubicBezTo>
                <a:cubicBezTo>
                  <a:pt x="474676" y="2864551"/>
                  <a:pt x="455570" y="2844591"/>
                  <a:pt x="437018" y="2824080"/>
                </a:cubicBezTo>
                <a:cubicBezTo>
                  <a:pt x="418463" y="2803571"/>
                  <a:pt x="400461" y="2782695"/>
                  <a:pt x="382827" y="2761270"/>
                </a:cubicBezTo>
                <a:cubicBezTo>
                  <a:pt x="365192" y="2739845"/>
                  <a:pt x="348291" y="2718055"/>
                  <a:pt x="331941" y="2695897"/>
                </a:cubicBezTo>
                <a:cubicBezTo>
                  <a:pt x="315409" y="2673739"/>
                  <a:pt x="299611" y="2651033"/>
                  <a:pt x="284182" y="2628143"/>
                </a:cubicBezTo>
                <a:cubicBezTo>
                  <a:pt x="268751" y="2605069"/>
                  <a:pt x="254054" y="2581813"/>
                  <a:pt x="239909" y="2558007"/>
                </a:cubicBezTo>
                <a:cubicBezTo>
                  <a:pt x="225765" y="2534384"/>
                  <a:pt x="212171" y="2510212"/>
                  <a:pt x="199129" y="2485858"/>
                </a:cubicBezTo>
                <a:cubicBezTo>
                  <a:pt x="186085" y="2461503"/>
                  <a:pt x="173778" y="2436780"/>
                  <a:pt x="161838" y="2411694"/>
                </a:cubicBezTo>
                <a:cubicBezTo>
                  <a:pt x="150082" y="2386790"/>
                  <a:pt x="138876" y="2361518"/>
                  <a:pt x="128222" y="2335881"/>
                </a:cubicBezTo>
                <a:cubicBezTo>
                  <a:pt x="117751" y="2310428"/>
                  <a:pt x="107831" y="2284609"/>
                  <a:pt x="98462" y="2258423"/>
                </a:cubicBezTo>
                <a:cubicBezTo>
                  <a:pt x="89093" y="2232235"/>
                  <a:pt x="80460" y="2206049"/>
                  <a:pt x="72560" y="2179680"/>
                </a:cubicBezTo>
                <a:cubicBezTo>
                  <a:pt x="64478" y="2153129"/>
                  <a:pt x="57131" y="2126575"/>
                  <a:pt x="50516" y="2099657"/>
                </a:cubicBezTo>
                <a:cubicBezTo>
                  <a:pt x="43720" y="2072922"/>
                  <a:pt x="37658" y="2046003"/>
                  <a:pt x="32331" y="2018718"/>
                </a:cubicBezTo>
                <a:cubicBezTo>
                  <a:pt x="27004" y="1991615"/>
                  <a:pt x="22227" y="1964515"/>
                  <a:pt x="18185" y="1937046"/>
                </a:cubicBezTo>
                <a:cubicBezTo>
                  <a:pt x="14146" y="1909762"/>
                  <a:pt x="10655" y="1882294"/>
                  <a:pt x="8082" y="1854825"/>
                </a:cubicBezTo>
                <a:cubicBezTo>
                  <a:pt x="5511" y="1827357"/>
                  <a:pt x="3307" y="1799706"/>
                  <a:pt x="2020" y="1772055"/>
                </a:cubicBezTo>
                <a:cubicBezTo>
                  <a:pt x="734" y="1744404"/>
                  <a:pt x="0" y="1716753"/>
                  <a:pt x="0" y="1689102"/>
                </a:cubicBezTo>
                <a:cubicBezTo>
                  <a:pt x="0" y="1661450"/>
                  <a:pt x="734" y="1633799"/>
                  <a:pt x="2020" y="1606148"/>
                </a:cubicBezTo>
                <a:cubicBezTo>
                  <a:pt x="3307" y="1578497"/>
                  <a:pt x="5511" y="1551029"/>
                  <a:pt x="8082" y="1523378"/>
                </a:cubicBezTo>
                <a:cubicBezTo>
                  <a:pt x="10838" y="1495909"/>
                  <a:pt x="14146" y="1468441"/>
                  <a:pt x="18185" y="1441157"/>
                </a:cubicBezTo>
                <a:cubicBezTo>
                  <a:pt x="22227" y="1413872"/>
                  <a:pt x="27004" y="1386586"/>
                  <a:pt x="32331" y="1359486"/>
                </a:cubicBezTo>
                <a:cubicBezTo>
                  <a:pt x="37658" y="1332383"/>
                  <a:pt x="43720" y="1305465"/>
                  <a:pt x="50516" y="1278546"/>
                </a:cubicBezTo>
                <a:cubicBezTo>
                  <a:pt x="57315" y="1251628"/>
                  <a:pt x="64662" y="1225075"/>
                  <a:pt x="72560" y="1198705"/>
                </a:cubicBezTo>
                <a:cubicBezTo>
                  <a:pt x="80460" y="1172335"/>
                  <a:pt x="89278" y="1145965"/>
                  <a:pt x="98462" y="1119963"/>
                </a:cubicBezTo>
                <a:cubicBezTo>
                  <a:pt x="107647" y="1093961"/>
                  <a:pt x="117751" y="1068140"/>
                  <a:pt x="128222" y="1042687"/>
                </a:cubicBezTo>
                <a:cubicBezTo>
                  <a:pt x="138876" y="1017233"/>
                  <a:pt x="150082" y="991780"/>
                  <a:pt x="161838" y="966876"/>
                </a:cubicBezTo>
                <a:cubicBezTo>
                  <a:pt x="173594" y="941971"/>
                  <a:pt x="186085" y="917249"/>
                  <a:pt x="199129" y="892895"/>
                </a:cubicBezTo>
                <a:cubicBezTo>
                  <a:pt x="212171" y="868540"/>
                  <a:pt x="225765" y="844550"/>
                  <a:pt x="239909" y="820745"/>
                </a:cubicBezTo>
                <a:cubicBezTo>
                  <a:pt x="254054" y="797122"/>
                  <a:pt x="268934" y="773683"/>
                  <a:pt x="284182" y="750793"/>
                </a:cubicBezTo>
                <a:cubicBezTo>
                  <a:pt x="299427" y="727903"/>
                  <a:pt x="315409" y="705196"/>
                  <a:pt x="331941" y="683038"/>
                </a:cubicBezTo>
                <a:cubicBezTo>
                  <a:pt x="348291" y="660881"/>
                  <a:pt x="365376" y="639090"/>
                  <a:pt x="382827" y="617665"/>
                </a:cubicBezTo>
                <a:cubicBezTo>
                  <a:pt x="400278" y="596422"/>
                  <a:pt x="418279" y="575364"/>
                  <a:pt x="437018" y="554853"/>
                </a:cubicBezTo>
                <a:cubicBezTo>
                  <a:pt x="455570" y="534344"/>
                  <a:pt x="474676" y="514385"/>
                  <a:pt x="494149" y="494790"/>
                </a:cubicBezTo>
                <a:cubicBezTo>
                  <a:pt x="513619" y="475198"/>
                  <a:pt x="533643" y="456152"/>
                  <a:pt x="554218" y="437657"/>
                </a:cubicBezTo>
                <a:cubicBezTo>
                  <a:pt x="574790" y="419163"/>
                  <a:pt x="595548" y="401033"/>
                  <a:pt x="616857" y="383453"/>
                </a:cubicBezTo>
                <a:cubicBezTo>
                  <a:pt x="638167" y="365874"/>
                  <a:pt x="660027" y="348843"/>
                  <a:pt x="682070" y="332363"/>
                </a:cubicBezTo>
                <a:cubicBezTo>
                  <a:pt x="704297" y="315882"/>
                  <a:pt x="726894" y="299951"/>
                  <a:pt x="749856" y="284568"/>
                </a:cubicBezTo>
                <a:cubicBezTo>
                  <a:pt x="772817" y="269187"/>
                  <a:pt x="796146" y="254537"/>
                  <a:pt x="819845" y="240255"/>
                </a:cubicBezTo>
                <a:cubicBezTo>
                  <a:pt x="843541" y="225970"/>
                  <a:pt x="867606" y="212420"/>
                  <a:pt x="892037" y="199419"/>
                </a:cubicBezTo>
                <a:cubicBezTo>
                  <a:pt x="916286" y="186416"/>
                  <a:pt x="941085" y="173963"/>
                  <a:pt x="966068" y="162062"/>
                </a:cubicBezTo>
                <a:cubicBezTo>
                  <a:pt x="991052" y="150159"/>
                  <a:pt x="1016217" y="138988"/>
                  <a:pt x="1041752" y="128367"/>
                </a:cubicBezTo>
                <a:cubicBezTo>
                  <a:pt x="1067286" y="117747"/>
                  <a:pt x="1093003" y="107858"/>
                  <a:pt x="1119088" y="98520"/>
                </a:cubicBezTo>
                <a:cubicBezTo>
                  <a:pt x="1145173" y="89179"/>
                  <a:pt x="1171259" y="80572"/>
                  <a:pt x="1197895" y="72515"/>
                </a:cubicBezTo>
                <a:cubicBezTo>
                  <a:pt x="1224348" y="64459"/>
                  <a:pt x="1250984" y="57133"/>
                  <a:pt x="1277621" y="50358"/>
                </a:cubicBezTo>
                <a:cubicBezTo>
                  <a:pt x="1304441" y="43583"/>
                  <a:pt x="1331444" y="37540"/>
                  <a:pt x="1358448" y="32228"/>
                </a:cubicBezTo>
                <a:cubicBezTo>
                  <a:pt x="1385451" y="26918"/>
                  <a:pt x="1412639" y="22158"/>
                  <a:pt x="1440010" y="18129"/>
                </a:cubicBezTo>
                <a:cubicBezTo>
                  <a:pt x="1467380" y="14101"/>
                  <a:pt x="1494751" y="10622"/>
                  <a:pt x="1522306" y="8056"/>
                </a:cubicBezTo>
                <a:cubicBezTo>
                  <a:pt x="1549860" y="5493"/>
                  <a:pt x="1577415" y="3296"/>
                  <a:pt x="1604970" y="2014"/>
                </a:cubicBezTo>
                <a:cubicBezTo>
                  <a:pt x="1632524" y="732"/>
                  <a:pt x="1660079" y="0"/>
                  <a:pt x="168781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/>
        </p:nvSpPr>
        <p:spPr>
          <a:xfrm>
            <a:off x="715521" y="1282781"/>
            <a:ext cx="9458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PILARES</a:t>
            </a:r>
            <a:endParaRPr>
              <a:solidFill>
                <a:srgbClr val="C89D7B"/>
              </a:solidFill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715522" y="1904102"/>
            <a:ext cx="351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EDUCAÇÃO E AUTOCUIDADO É O QUE NOS MOVE</a:t>
            </a:r>
            <a:endParaRPr sz="105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8"/>
          <p:cNvSpPr txBox="1"/>
          <p:nvPr/>
        </p:nvSpPr>
        <p:spPr>
          <a:xfrm>
            <a:off x="715525" y="2451675"/>
            <a:ext cx="43308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Cuidar da pele é um gesto de amor-próprio e presença. Por isso, temos um forte pilar educacional, com conteúdos acessíveis, atendimento personalizado, vídeos, e-book e lives que ajudam nossas consumidoras a: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614B"/>
              </a:buClr>
              <a:buSzPts val="1200"/>
              <a:buFont typeface="Open Sans"/>
              <a:buChar char="●"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Entender melhor sua pele;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614B"/>
              </a:buClr>
              <a:buSzPts val="1200"/>
              <a:buFont typeface="Open Sans"/>
              <a:buChar char="●"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Montar uma rotina de skincare realista e eficaz;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614B"/>
              </a:buClr>
              <a:buSzPts val="1200"/>
              <a:buFont typeface="Open Sans"/>
              <a:buChar char="●"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Fazer escolhas conscientes e seguras.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Nosso conteúdo não vende apenas produto, e sim,  compartilha conhecimento, inspira e empodera.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8" name="Google Shape;78;p18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79;p18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6229289" y="1846804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2" name="Google Shape;82;p18" title="WhatsApp Image 2024-03-05 at 09.49.24 (1).jpeg"/>
          <p:cNvPicPr preferRelativeResize="0"/>
          <p:nvPr/>
        </p:nvPicPr>
        <p:blipFill rotWithShape="1">
          <a:blip r:embed="rId3">
            <a:alphaModFix/>
          </a:blip>
          <a:srcRect t="8271" b="8263"/>
          <a:stretch/>
        </p:blipFill>
        <p:spPr>
          <a:xfrm>
            <a:off x="8306204" y="129540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012543" y="0"/>
                </a:moveTo>
                <a:cubicBezTo>
                  <a:pt x="1040283" y="0"/>
                  <a:pt x="1067837" y="733"/>
                  <a:pt x="1095392" y="2014"/>
                </a:cubicBezTo>
                <a:cubicBezTo>
                  <a:pt x="1122946" y="3296"/>
                  <a:pt x="1150501" y="5493"/>
                  <a:pt x="1178055" y="8057"/>
                </a:cubicBezTo>
                <a:cubicBezTo>
                  <a:pt x="1205610" y="10622"/>
                  <a:pt x="1232981" y="14101"/>
                  <a:pt x="1260352" y="18129"/>
                </a:cubicBezTo>
                <a:cubicBezTo>
                  <a:pt x="1287723" y="22158"/>
                  <a:pt x="1314910" y="26918"/>
                  <a:pt x="1341913" y="32228"/>
                </a:cubicBezTo>
                <a:cubicBezTo>
                  <a:pt x="1368917" y="37540"/>
                  <a:pt x="1395921" y="43583"/>
                  <a:pt x="1422741" y="50358"/>
                </a:cubicBezTo>
                <a:cubicBezTo>
                  <a:pt x="1449377" y="57133"/>
                  <a:pt x="1476013" y="64459"/>
                  <a:pt x="1502466" y="72515"/>
                </a:cubicBezTo>
                <a:cubicBezTo>
                  <a:pt x="1529102" y="80572"/>
                  <a:pt x="1555188" y="89179"/>
                  <a:pt x="1581273" y="98520"/>
                </a:cubicBezTo>
                <a:cubicBezTo>
                  <a:pt x="1607359" y="107858"/>
                  <a:pt x="1633075" y="117747"/>
                  <a:pt x="1658609" y="128367"/>
                </a:cubicBezTo>
                <a:cubicBezTo>
                  <a:pt x="1684144" y="138988"/>
                  <a:pt x="1709309" y="150159"/>
                  <a:pt x="1734293" y="162062"/>
                </a:cubicBezTo>
                <a:cubicBezTo>
                  <a:pt x="1759277" y="173963"/>
                  <a:pt x="1784075" y="186416"/>
                  <a:pt x="1808324" y="199419"/>
                </a:cubicBezTo>
                <a:cubicBezTo>
                  <a:pt x="1832755" y="212420"/>
                  <a:pt x="1856820" y="225970"/>
                  <a:pt x="1880517" y="240255"/>
                </a:cubicBezTo>
                <a:cubicBezTo>
                  <a:pt x="1904215" y="254537"/>
                  <a:pt x="1927544" y="269187"/>
                  <a:pt x="1950506" y="284568"/>
                </a:cubicBezTo>
                <a:cubicBezTo>
                  <a:pt x="1973467" y="299951"/>
                  <a:pt x="1996064" y="315882"/>
                  <a:pt x="2018291" y="332363"/>
                </a:cubicBezTo>
                <a:cubicBezTo>
                  <a:pt x="2040335" y="348843"/>
                  <a:pt x="2062195" y="365875"/>
                  <a:pt x="2083504" y="383453"/>
                </a:cubicBezTo>
                <a:cubicBezTo>
                  <a:pt x="2104813" y="401034"/>
                  <a:pt x="2125571" y="419163"/>
                  <a:pt x="2146144" y="437658"/>
                </a:cubicBezTo>
                <a:cubicBezTo>
                  <a:pt x="2166718" y="456152"/>
                  <a:pt x="2186742" y="475198"/>
                  <a:pt x="2206213" y="494790"/>
                </a:cubicBezTo>
                <a:cubicBezTo>
                  <a:pt x="2225685" y="514385"/>
                  <a:pt x="2244791" y="534345"/>
                  <a:pt x="2263343" y="554853"/>
                </a:cubicBezTo>
                <a:cubicBezTo>
                  <a:pt x="2282082" y="575364"/>
                  <a:pt x="2300083" y="596422"/>
                  <a:pt x="2317534" y="617665"/>
                </a:cubicBezTo>
                <a:cubicBezTo>
                  <a:pt x="2334985" y="639090"/>
                  <a:pt x="2352071" y="660881"/>
                  <a:pt x="2368420" y="683038"/>
                </a:cubicBezTo>
                <a:cubicBezTo>
                  <a:pt x="2384952" y="705196"/>
                  <a:pt x="2400934" y="727903"/>
                  <a:pt x="2416180" y="750793"/>
                </a:cubicBezTo>
                <a:cubicBezTo>
                  <a:pt x="2431427" y="773683"/>
                  <a:pt x="2446307" y="797122"/>
                  <a:pt x="2460452" y="820745"/>
                </a:cubicBezTo>
                <a:cubicBezTo>
                  <a:pt x="2474596" y="844550"/>
                  <a:pt x="2488191" y="868540"/>
                  <a:pt x="2501232" y="892895"/>
                </a:cubicBezTo>
                <a:cubicBezTo>
                  <a:pt x="2514276" y="917249"/>
                  <a:pt x="2526767" y="941971"/>
                  <a:pt x="2538523" y="966876"/>
                </a:cubicBezTo>
                <a:cubicBezTo>
                  <a:pt x="2550280" y="991780"/>
                  <a:pt x="2561485" y="1017233"/>
                  <a:pt x="2572140" y="1042687"/>
                </a:cubicBezTo>
                <a:cubicBezTo>
                  <a:pt x="2582610" y="1068140"/>
                  <a:pt x="2592714" y="1093961"/>
                  <a:pt x="2601900" y="1119963"/>
                </a:cubicBezTo>
                <a:cubicBezTo>
                  <a:pt x="2611083" y="1145966"/>
                  <a:pt x="2619901" y="1172335"/>
                  <a:pt x="2627801" y="1198705"/>
                </a:cubicBezTo>
                <a:cubicBezTo>
                  <a:pt x="2635699" y="1225075"/>
                  <a:pt x="2643047" y="1251628"/>
                  <a:pt x="2649845" y="1278546"/>
                </a:cubicBezTo>
                <a:cubicBezTo>
                  <a:pt x="2656641" y="1305465"/>
                  <a:pt x="2662703" y="1332383"/>
                  <a:pt x="2668030" y="1359486"/>
                </a:cubicBezTo>
                <a:cubicBezTo>
                  <a:pt x="2673358" y="1386586"/>
                  <a:pt x="2678134" y="1413872"/>
                  <a:pt x="2682176" y="1441157"/>
                </a:cubicBezTo>
                <a:cubicBezTo>
                  <a:pt x="2686216" y="1468441"/>
                  <a:pt x="2689523" y="1495909"/>
                  <a:pt x="2692279" y="1523378"/>
                </a:cubicBezTo>
                <a:cubicBezTo>
                  <a:pt x="2694850" y="1551029"/>
                  <a:pt x="2697054" y="1578497"/>
                  <a:pt x="2698341" y="1606148"/>
                </a:cubicBezTo>
                <a:cubicBezTo>
                  <a:pt x="2699627" y="1633799"/>
                  <a:pt x="2700361" y="1661450"/>
                  <a:pt x="2700361" y="1689102"/>
                </a:cubicBezTo>
                <a:cubicBezTo>
                  <a:pt x="2700361" y="1716753"/>
                  <a:pt x="2699627" y="1744404"/>
                  <a:pt x="2698341" y="1772055"/>
                </a:cubicBezTo>
                <a:cubicBezTo>
                  <a:pt x="2697054" y="1799706"/>
                  <a:pt x="2694850" y="1827357"/>
                  <a:pt x="2692279" y="1854825"/>
                </a:cubicBezTo>
                <a:cubicBezTo>
                  <a:pt x="2689707" y="1882294"/>
                  <a:pt x="2686216" y="1909762"/>
                  <a:pt x="2682176" y="1937046"/>
                </a:cubicBezTo>
                <a:cubicBezTo>
                  <a:pt x="2678134" y="1964515"/>
                  <a:pt x="2673358" y="1991615"/>
                  <a:pt x="2668030" y="2018718"/>
                </a:cubicBezTo>
                <a:cubicBezTo>
                  <a:pt x="2662703" y="2046003"/>
                  <a:pt x="2656641" y="2072922"/>
                  <a:pt x="2649845" y="2099657"/>
                </a:cubicBezTo>
                <a:cubicBezTo>
                  <a:pt x="2643230" y="2126575"/>
                  <a:pt x="2635883" y="2153129"/>
                  <a:pt x="2627801" y="2179680"/>
                </a:cubicBezTo>
                <a:cubicBezTo>
                  <a:pt x="2619901" y="2206049"/>
                  <a:pt x="2611269" y="2232235"/>
                  <a:pt x="2601900" y="2258423"/>
                </a:cubicBezTo>
                <a:cubicBezTo>
                  <a:pt x="2592530" y="2284609"/>
                  <a:pt x="2582610" y="2310428"/>
                  <a:pt x="2572140" y="2335881"/>
                </a:cubicBezTo>
                <a:cubicBezTo>
                  <a:pt x="2561485" y="2361518"/>
                  <a:pt x="2550280" y="2386790"/>
                  <a:pt x="2538523" y="2411694"/>
                </a:cubicBezTo>
                <a:cubicBezTo>
                  <a:pt x="2526583" y="2436780"/>
                  <a:pt x="2514276" y="2461503"/>
                  <a:pt x="2501232" y="2485858"/>
                </a:cubicBezTo>
                <a:cubicBezTo>
                  <a:pt x="2488191" y="2510212"/>
                  <a:pt x="2474596" y="2534384"/>
                  <a:pt x="2460452" y="2558007"/>
                </a:cubicBezTo>
                <a:cubicBezTo>
                  <a:pt x="2446307" y="2581813"/>
                  <a:pt x="2431611" y="2605069"/>
                  <a:pt x="2416180" y="2628143"/>
                </a:cubicBezTo>
                <a:cubicBezTo>
                  <a:pt x="2400751" y="2651033"/>
                  <a:pt x="2384952" y="2673739"/>
                  <a:pt x="2368420" y="2695897"/>
                </a:cubicBezTo>
                <a:cubicBezTo>
                  <a:pt x="2352071" y="2718055"/>
                  <a:pt x="2335169" y="2739845"/>
                  <a:pt x="2317534" y="2761270"/>
                </a:cubicBezTo>
                <a:cubicBezTo>
                  <a:pt x="2299900" y="2782695"/>
                  <a:pt x="2281898" y="2803571"/>
                  <a:pt x="2263343" y="2824080"/>
                </a:cubicBezTo>
                <a:cubicBezTo>
                  <a:pt x="2244791" y="2844591"/>
                  <a:pt x="2225685" y="2864551"/>
                  <a:pt x="2206213" y="2884143"/>
                </a:cubicBezTo>
                <a:cubicBezTo>
                  <a:pt x="2186558" y="2903738"/>
                  <a:pt x="2166534" y="2922600"/>
                  <a:pt x="2146144" y="2941278"/>
                </a:cubicBezTo>
                <a:cubicBezTo>
                  <a:pt x="2125755" y="2959773"/>
                  <a:pt x="2104813" y="2977902"/>
                  <a:pt x="2083504" y="2995480"/>
                </a:cubicBezTo>
                <a:cubicBezTo>
                  <a:pt x="2062195" y="3013061"/>
                  <a:pt x="2040518" y="3030090"/>
                  <a:pt x="2018291" y="3046571"/>
                </a:cubicBezTo>
                <a:cubicBezTo>
                  <a:pt x="1996064" y="3063053"/>
                  <a:pt x="1973467" y="3078985"/>
                  <a:pt x="1950506" y="3094365"/>
                </a:cubicBezTo>
                <a:cubicBezTo>
                  <a:pt x="1927544" y="3109748"/>
                  <a:pt x="1904215" y="3124582"/>
                  <a:pt x="1880517" y="3138681"/>
                </a:cubicBezTo>
                <a:cubicBezTo>
                  <a:pt x="1856637" y="3152782"/>
                  <a:pt x="1832755" y="3166515"/>
                  <a:pt x="1808324" y="3179517"/>
                </a:cubicBezTo>
                <a:cubicBezTo>
                  <a:pt x="1783891" y="3192701"/>
                  <a:pt x="1759277" y="3204970"/>
                  <a:pt x="1734293" y="3216873"/>
                </a:cubicBezTo>
                <a:cubicBezTo>
                  <a:pt x="1709309" y="3228776"/>
                  <a:pt x="1684144" y="3239947"/>
                  <a:pt x="1658609" y="3250567"/>
                </a:cubicBezTo>
                <a:cubicBezTo>
                  <a:pt x="1633075" y="3261189"/>
                  <a:pt x="1607175" y="3271078"/>
                  <a:pt x="1581273" y="3280416"/>
                </a:cubicBezTo>
                <a:cubicBezTo>
                  <a:pt x="1555188" y="3289756"/>
                  <a:pt x="1528919" y="3298361"/>
                  <a:pt x="1502466" y="3306420"/>
                </a:cubicBezTo>
                <a:cubicBezTo>
                  <a:pt x="1476197" y="3314477"/>
                  <a:pt x="1449561" y="3321801"/>
                  <a:pt x="1422741" y="3328578"/>
                </a:cubicBezTo>
                <a:cubicBezTo>
                  <a:pt x="1395921" y="3335353"/>
                  <a:pt x="1369101" y="3341395"/>
                  <a:pt x="1341913" y="3346705"/>
                </a:cubicBezTo>
                <a:cubicBezTo>
                  <a:pt x="1314910" y="3352199"/>
                  <a:pt x="1287723" y="3356959"/>
                  <a:pt x="1260352" y="3360990"/>
                </a:cubicBezTo>
                <a:cubicBezTo>
                  <a:pt x="1232981" y="3364834"/>
                  <a:pt x="1205610" y="3368314"/>
                  <a:pt x="1178055" y="3371061"/>
                </a:cubicBezTo>
                <a:cubicBezTo>
                  <a:pt x="1150501" y="3373624"/>
                  <a:pt x="1122946" y="3375821"/>
                  <a:pt x="1095392" y="3377103"/>
                </a:cubicBezTo>
                <a:cubicBezTo>
                  <a:pt x="1067654" y="3378386"/>
                  <a:pt x="1040099" y="3379119"/>
                  <a:pt x="1012543" y="3379119"/>
                </a:cubicBezTo>
                <a:lnTo>
                  <a:pt x="0" y="3379119"/>
                </a:lnTo>
                <a:lnTo>
                  <a:pt x="0" y="549"/>
                </a:lnTo>
                <a:lnTo>
                  <a:pt x="1012543" y="549"/>
                </a:lnTo>
                <a:lnTo>
                  <a:pt x="1012543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3" name="Google Shape;83;p18" title="bisyou-2-80_52941153284_o.jpg"/>
          <p:cNvPicPr preferRelativeResize="0"/>
          <p:nvPr/>
        </p:nvPicPr>
        <p:blipFill rotWithShape="1">
          <a:blip r:embed="rId4">
            <a:alphaModFix/>
          </a:blip>
          <a:srcRect l="23366" r="23371"/>
          <a:stretch/>
        </p:blipFill>
        <p:spPr>
          <a:xfrm>
            <a:off x="5326064" y="298496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687819" y="0"/>
                </a:moveTo>
                <a:lnTo>
                  <a:pt x="1687819" y="549"/>
                </a:lnTo>
                <a:lnTo>
                  <a:pt x="2700361" y="549"/>
                </a:lnTo>
                <a:lnTo>
                  <a:pt x="2700361" y="3379119"/>
                </a:lnTo>
                <a:lnTo>
                  <a:pt x="1687819" y="3379119"/>
                </a:lnTo>
                <a:cubicBezTo>
                  <a:pt x="1660262" y="3379119"/>
                  <a:pt x="1632708" y="3378386"/>
                  <a:pt x="1604970" y="3377103"/>
                </a:cubicBezTo>
                <a:cubicBezTo>
                  <a:pt x="1577415" y="3375821"/>
                  <a:pt x="1549860" y="3373624"/>
                  <a:pt x="1522306" y="3371061"/>
                </a:cubicBezTo>
                <a:cubicBezTo>
                  <a:pt x="1494751" y="3368314"/>
                  <a:pt x="1467380" y="3364834"/>
                  <a:pt x="1440010" y="3360990"/>
                </a:cubicBezTo>
                <a:cubicBezTo>
                  <a:pt x="1412639" y="3356959"/>
                  <a:pt x="1385451" y="3352199"/>
                  <a:pt x="1358448" y="3346705"/>
                </a:cubicBezTo>
                <a:cubicBezTo>
                  <a:pt x="1331261" y="3341395"/>
                  <a:pt x="1304441" y="3335353"/>
                  <a:pt x="1277621" y="3328578"/>
                </a:cubicBezTo>
                <a:cubicBezTo>
                  <a:pt x="1250801" y="3321801"/>
                  <a:pt x="1224164" y="3314477"/>
                  <a:pt x="1197895" y="3306420"/>
                </a:cubicBezTo>
                <a:cubicBezTo>
                  <a:pt x="1171443" y="3298361"/>
                  <a:pt x="1145173" y="3289756"/>
                  <a:pt x="1119088" y="3280416"/>
                </a:cubicBezTo>
                <a:cubicBezTo>
                  <a:pt x="1093186" y="3271078"/>
                  <a:pt x="1067286" y="3261189"/>
                  <a:pt x="1041752" y="3250567"/>
                </a:cubicBezTo>
                <a:cubicBezTo>
                  <a:pt x="1016217" y="3239947"/>
                  <a:pt x="991052" y="3228776"/>
                  <a:pt x="966068" y="3216873"/>
                </a:cubicBezTo>
                <a:cubicBezTo>
                  <a:pt x="941085" y="3204970"/>
                  <a:pt x="916470" y="3192701"/>
                  <a:pt x="892037" y="3179517"/>
                </a:cubicBezTo>
                <a:cubicBezTo>
                  <a:pt x="867606" y="3166515"/>
                  <a:pt x="843725" y="3152782"/>
                  <a:pt x="819845" y="3138681"/>
                </a:cubicBezTo>
                <a:cubicBezTo>
                  <a:pt x="796146" y="3124582"/>
                  <a:pt x="772817" y="3109748"/>
                  <a:pt x="749856" y="3094365"/>
                </a:cubicBezTo>
                <a:cubicBezTo>
                  <a:pt x="726894" y="3078985"/>
                  <a:pt x="704297" y="3063053"/>
                  <a:pt x="682070" y="3046571"/>
                </a:cubicBezTo>
                <a:cubicBezTo>
                  <a:pt x="659843" y="3030090"/>
                  <a:pt x="638167" y="3013061"/>
                  <a:pt x="616858" y="2995480"/>
                </a:cubicBezTo>
                <a:cubicBezTo>
                  <a:pt x="595548" y="2977902"/>
                  <a:pt x="574607" y="2959773"/>
                  <a:pt x="554218" y="2941278"/>
                </a:cubicBezTo>
                <a:cubicBezTo>
                  <a:pt x="533827" y="2922600"/>
                  <a:pt x="513803" y="2903738"/>
                  <a:pt x="494149" y="2884143"/>
                </a:cubicBezTo>
                <a:cubicBezTo>
                  <a:pt x="474676" y="2864551"/>
                  <a:pt x="455570" y="2844591"/>
                  <a:pt x="437018" y="2824080"/>
                </a:cubicBezTo>
                <a:cubicBezTo>
                  <a:pt x="418463" y="2803571"/>
                  <a:pt x="400461" y="2782695"/>
                  <a:pt x="382827" y="2761270"/>
                </a:cubicBezTo>
                <a:cubicBezTo>
                  <a:pt x="365192" y="2739845"/>
                  <a:pt x="348291" y="2718055"/>
                  <a:pt x="331941" y="2695897"/>
                </a:cubicBezTo>
                <a:cubicBezTo>
                  <a:pt x="315409" y="2673739"/>
                  <a:pt x="299611" y="2651033"/>
                  <a:pt x="284182" y="2628143"/>
                </a:cubicBezTo>
                <a:cubicBezTo>
                  <a:pt x="268751" y="2605069"/>
                  <a:pt x="254054" y="2581813"/>
                  <a:pt x="239909" y="2558007"/>
                </a:cubicBezTo>
                <a:cubicBezTo>
                  <a:pt x="225765" y="2534384"/>
                  <a:pt x="212171" y="2510212"/>
                  <a:pt x="199129" y="2485858"/>
                </a:cubicBezTo>
                <a:cubicBezTo>
                  <a:pt x="186085" y="2461503"/>
                  <a:pt x="173778" y="2436780"/>
                  <a:pt x="161838" y="2411694"/>
                </a:cubicBezTo>
                <a:cubicBezTo>
                  <a:pt x="150082" y="2386790"/>
                  <a:pt x="138876" y="2361518"/>
                  <a:pt x="128222" y="2335881"/>
                </a:cubicBezTo>
                <a:cubicBezTo>
                  <a:pt x="117751" y="2310428"/>
                  <a:pt x="107831" y="2284609"/>
                  <a:pt x="98462" y="2258423"/>
                </a:cubicBezTo>
                <a:cubicBezTo>
                  <a:pt x="89093" y="2232235"/>
                  <a:pt x="80460" y="2206049"/>
                  <a:pt x="72560" y="2179680"/>
                </a:cubicBezTo>
                <a:cubicBezTo>
                  <a:pt x="64478" y="2153129"/>
                  <a:pt x="57131" y="2126575"/>
                  <a:pt x="50516" y="2099657"/>
                </a:cubicBezTo>
                <a:cubicBezTo>
                  <a:pt x="43720" y="2072922"/>
                  <a:pt x="37658" y="2046003"/>
                  <a:pt x="32331" y="2018718"/>
                </a:cubicBezTo>
                <a:cubicBezTo>
                  <a:pt x="27004" y="1991615"/>
                  <a:pt x="22227" y="1964515"/>
                  <a:pt x="18185" y="1937046"/>
                </a:cubicBezTo>
                <a:cubicBezTo>
                  <a:pt x="14146" y="1909762"/>
                  <a:pt x="10655" y="1882294"/>
                  <a:pt x="8082" y="1854825"/>
                </a:cubicBezTo>
                <a:cubicBezTo>
                  <a:pt x="5511" y="1827357"/>
                  <a:pt x="3307" y="1799706"/>
                  <a:pt x="2020" y="1772055"/>
                </a:cubicBezTo>
                <a:cubicBezTo>
                  <a:pt x="734" y="1744404"/>
                  <a:pt x="0" y="1716753"/>
                  <a:pt x="0" y="1689102"/>
                </a:cubicBezTo>
                <a:cubicBezTo>
                  <a:pt x="0" y="1661450"/>
                  <a:pt x="734" y="1633799"/>
                  <a:pt x="2020" y="1606148"/>
                </a:cubicBezTo>
                <a:cubicBezTo>
                  <a:pt x="3307" y="1578497"/>
                  <a:pt x="5511" y="1551029"/>
                  <a:pt x="8082" y="1523378"/>
                </a:cubicBezTo>
                <a:cubicBezTo>
                  <a:pt x="10838" y="1495909"/>
                  <a:pt x="14146" y="1468441"/>
                  <a:pt x="18185" y="1441157"/>
                </a:cubicBezTo>
                <a:cubicBezTo>
                  <a:pt x="22227" y="1413872"/>
                  <a:pt x="27004" y="1386586"/>
                  <a:pt x="32331" y="1359486"/>
                </a:cubicBezTo>
                <a:cubicBezTo>
                  <a:pt x="37658" y="1332383"/>
                  <a:pt x="43720" y="1305465"/>
                  <a:pt x="50516" y="1278546"/>
                </a:cubicBezTo>
                <a:cubicBezTo>
                  <a:pt x="57315" y="1251628"/>
                  <a:pt x="64662" y="1225075"/>
                  <a:pt x="72560" y="1198705"/>
                </a:cubicBezTo>
                <a:cubicBezTo>
                  <a:pt x="80460" y="1172335"/>
                  <a:pt x="89278" y="1145965"/>
                  <a:pt x="98462" y="1119963"/>
                </a:cubicBezTo>
                <a:cubicBezTo>
                  <a:pt x="107647" y="1093961"/>
                  <a:pt x="117751" y="1068140"/>
                  <a:pt x="128222" y="1042687"/>
                </a:cubicBezTo>
                <a:cubicBezTo>
                  <a:pt x="138876" y="1017233"/>
                  <a:pt x="150082" y="991780"/>
                  <a:pt x="161838" y="966876"/>
                </a:cubicBezTo>
                <a:cubicBezTo>
                  <a:pt x="173594" y="941971"/>
                  <a:pt x="186085" y="917249"/>
                  <a:pt x="199129" y="892895"/>
                </a:cubicBezTo>
                <a:cubicBezTo>
                  <a:pt x="212171" y="868540"/>
                  <a:pt x="225765" y="844550"/>
                  <a:pt x="239909" y="820745"/>
                </a:cubicBezTo>
                <a:cubicBezTo>
                  <a:pt x="254054" y="797122"/>
                  <a:pt x="268934" y="773683"/>
                  <a:pt x="284182" y="750793"/>
                </a:cubicBezTo>
                <a:cubicBezTo>
                  <a:pt x="299427" y="727903"/>
                  <a:pt x="315409" y="705196"/>
                  <a:pt x="331941" y="683038"/>
                </a:cubicBezTo>
                <a:cubicBezTo>
                  <a:pt x="348291" y="660881"/>
                  <a:pt x="365376" y="639090"/>
                  <a:pt x="382827" y="617665"/>
                </a:cubicBezTo>
                <a:cubicBezTo>
                  <a:pt x="400278" y="596422"/>
                  <a:pt x="418279" y="575364"/>
                  <a:pt x="437018" y="554853"/>
                </a:cubicBezTo>
                <a:cubicBezTo>
                  <a:pt x="455570" y="534344"/>
                  <a:pt x="474676" y="514385"/>
                  <a:pt x="494149" y="494790"/>
                </a:cubicBezTo>
                <a:cubicBezTo>
                  <a:pt x="513619" y="475198"/>
                  <a:pt x="533643" y="456152"/>
                  <a:pt x="554218" y="437657"/>
                </a:cubicBezTo>
                <a:cubicBezTo>
                  <a:pt x="574790" y="419163"/>
                  <a:pt x="595548" y="401033"/>
                  <a:pt x="616857" y="383453"/>
                </a:cubicBezTo>
                <a:cubicBezTo>
                  <a:pt x="638167" y="365874"/>
                  <a:pt x="660027" y="348843"/>
                  <a:pt x="682070" y="332363"/>
                </a:cubicBezTo>
                <a:cubicBezTo>
                  <a:pt x="704297" y="315882"/>
                  <a:pt x="726894" y="299951"/>
                  <a:pt x="749856" y="284568"/>
                </a:cubicBezTo>
                <a:cubicBezTo>
                  <a:pt x="772817" y="269187"/>
                  <a:pt x="796146" y="254537"/>
                  <a:pt x="819845" y="240255"/>
                </a:cubicBezTo>
                <a:cubicBezTo>
                  <a:pt x="843541" y="225970"/>
                  <a:pt x="867606" y="212420"/>
                  <a:pt x="892037" y="199419"/>
                </a:cubicBezTo>
                <a:cubicBezTo>
                  <a:pt x="916286" y="186416"/>
                  <a:pt x="941085" y="173963"/>
                  <a:pt x="966068" y="162062"/>
                </a:cubicBezTo>
                <a:cubicBezTo>
                  <a:pt x="991052" y="150159"/>
                  <a:pt x="1016217" y="138988"/>
                  <a:pt x="1041752" y="128367"/>
                </a:cubicBezTo>
                <a:cubicBezTo>
                  <a:pt x="1067286" y="117747"/>
                  <a:pt x="1093003" y="107858"/>
                  <a:pt x="1119088" y="98520"/>
                </a:cubicBezTo>
                <a:cubicBezTo>
                  <a:pt x="1145173" y="89179"/>
                  <a:pt x="1171259" y="80572"/>
                  <a:pt x="1197895" y="72515"/>
                </a:cubicBezTo>
                <a:cubicBezTo>
                  <a:pt x="1224348" y="64459"/>
                  <a:pt x="1250984" y="57133"/>
                  <a:pt x="1277621" y="50358"/>
                </a:cubicBezTo>
                <a:cubicBezTo>
                  <a:pt x="1304441" y="43583"/>
                  <a:pt x="1331444" y="37540"/>
                  <a:pt x="1358448" y="32228"/>
                </a:cubicBezTo>
                <a:cubicBezTo>
                  <a:pt x="1385451" y="26918"/>
                  <a:pt x="1412639" y="22158"/>
                  <a:pt x="1440010" y="18129"/>
                </a:cubicBezTo>
                <a:cubicBezTo>
                  <a:pt x="1467380" y="14101"/>
                  <a:pt x="1494751" y="10622"/>
                  <a:pt x="1522306" y="8056"/>
                </a:cubicBezTo>
                <a:cubicBezTo>
                  <a:pt x="1549860" y="5493"/>
                  <a:pt x="1577415" y="3296"/>
                  <a:pt x="1604970" y="2014"/>
                </a:cubicBezTo>
                <a:cubicBezTo>
                  <a:pt x="1632524" y="732"/>
                  <a:pt x="1660079" y="0"/>
                  <a:pt x="168781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715521" y="1282781"/>
            <a:ext cx="9458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PILARES</a:t>
            </a:r>
            <a:endParaRPr>
              <a:solidFill>
                <a:srgbClr val="C89D7B"/>
              </a:solidFill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715522" y="1904102"/>
            <a:ext cx="351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COMUNIDADE DE PELES REAIS</a:t>
            </a:r>
            <a:endParaRPr sz="105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715525" y="2451675"/>
            <a:ext cx="37770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Atendimento humanizado e canais digitais preparados para acolher, escutar e orientar sobre dúvidas, problemas ou colher depoimentos;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Processos internos voltados para a escuta ativa e melhoria contínua a partir do feedback da comunidade;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Ações de encantamento e encontro com a comunidade, para uma relação cada vez mais próxima e humana;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Premiação de seguidores e clientes mais engajados, presenteando quem continue nos prestigiando diariamente.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1" name="Google Shape;91;p19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9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229289" y="1846804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5" name="Google Shape;95;p19" title="IMG_8462.jpg"/>
          <p:cNvPicPr preferRelativeResize="0"/>
          <p:nvPr/>
        </p:nvPicPr>
        <p:blipFill rotWithShape="1">
          <a:blip r:embed="rId3">
            <a:alphaModFix/>
          </a:blip>
          <a:srcRect t="3078" b="3068"/>
          <a:stretch/>
        </p:blipFill>
        <p:spPr>
          <a:xfrm>
            <a:off x="8306204" y="129540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012543" y="0"/>
                </a:moveTo>
                <a:cubicBezTo>
                  <a:pt x="1040283" y="0"/>
                  <a:pt x="1067837" y="733"/>
                  <a:pt x="1095392" y="2014"/>
                </a:cubicBezTo>
                <a:cubicBezTo>
                  <a:pt x="1122946" y="3296"/>
                  <a:pt x="1150501" y="5493"/>
                  <a:pt x="1178055" y="8057"/>
                </a:cubicBezTo>
                <a:cubicBezTo>
                  <a:pt x="1205610" y="10622"/>
                  <a:pt x="1232981" y="14101"/>
                  <a:pt x="1260352" y="18129"/>
                </a:cubicBezTo>
                <a:cubicBezTo>
                  <a:pt x="1287723" y="22158"/>
                  <a:pt x="1314910" y="26918"/>
                  <a:pt x="1341913" y="32228"/>
                </a:cubicBezTo>
                <a:cubicBezTo>
                  <a:pt x="1368917" y="37540"/>
                  <a:pt x="1395921" y="43583"/>
                  <a:pt x="1422741" y="50358"/>
                </a:cubicBezTo>
                <a:cubicBezTo>
                  <a:pt x="1449377" y="57133"/>
                  <a:pt x="1476013" y="64459"/>
                  <a:pt x="1502466" y="72515"/>
                </a:cubicBezTo>
                <a:cubicBezTo>
                  <a:pt x="1529102" y="80572"/>
                  <a:pt x="1555188" y="89179"/>
                  <a:pt x="1581273" y="98520"/>
                </a:cubicBezTo>
                <a:cubicBezTo>
                  <a:pt x="1607359" y="107858"/>
                  <a:pt x="1633075" y="117747"/>
                  <a:pt x="1658609" y="128367"/>
                </a:cubicBezTo>
                <a:cubicBezTo>
                  <a:pt x="1684144" y="138988"/>
                  <a:pt x="1709309" y="150159"/>
                  <a:pt x="1734293" y="162062"/>
                </a:cubicBezTo>
                <a:cubicBezTo>
                  <a:pt x="1759277" y="173963"/>
                  <a:pt x="1784075" y="186416"/>
                  <a:pt x="1808324" y="199419"/>
                </a:cubicBezTo>
                <a:cubicBezTo>
                  <a:pt x="1832755" y="212420"/>
                  <a:pt x="1856820" y="225970"/>
                  <a:pt x="1880517" y="240255"/>
                </a:cubicBezTo>
                <a:cubicBezTo>
                  <a:pt x="1904215" y="254537"/>
                  <a:pt x="1927544" y="269187"/>
                  <a:pt x="1950506" y="284568"/>
                </a:cubicBezTo>
                <a:cubicBezTo>
                  <a:pt x="1973467" y="299951"/>
                  <a:pt x="1996064" y="315882"/>
                  <a:pt x="2018291" y="332363"/>
                </a:cubicBezTo>
                <a:cubicBezTo>
                  <a:pt x="2040335" y="348843"/>
                  <a:pt x="2062195" y="365875"/>
                  <a:pt x="2083504" y="383453"/>
                </a:cubicBezTo>
                <a:cubicBezTo>
                  <a:pt x="2104813" y="401034"/>
                  <a:pt x="2125571" y="419163"/>
                  <a:pt x="2146144" y="437658"/>
                </a:cubicBezTo>
                <a:cubicBezTo>
                  <a:pt x="2166718" y="456152"/>
                  <a:pt x="2186742" y="475198"/>
                  <a:pt x="2206213" y="494790"/>
                </a:cubicBezTo>
                <a:cubicBezTo>
                  <a:pt x="2225685" y="514385"/>
                  <a:pt x="2244791" y="534345"/>
                  <a:pt x="2263343" y="554853"/>
                </a:cubicBezTo>
                <a:cubicBezTo>
                  <a:pt x="2282082" y="575364"/>
                  <a:pt x="2300083" y="596422"/>
                  <a:pt x="2317534" y="617665"/>
                </a:cubicBezTo>
                <a:cubicBezTo>
                  <a:pt x="2334985" y="639090"/>
                  <a:pt x="2352071" y="660881"/>
                  <a:pt x="2368420" y="683038"/>
                </a:cubicBezTo>
                <a:cubicBezTo>
                  <a:pt x="2384952" y="705196"/>
                  <a:pt x="2400934" y="727903"/>
                  <a:pt x="2416180" y="750793"/>
                </a:cubicBezTo>
                <a:cubicBezTo>
                  <a:pt x="2431427" y="773683"/>
                  <a:pt x="2446307" y="797122"/>
                  <a:pt x="2460452" y="820745"/>
                </a:cubicBezTo>
                <a:cubicBezTo>
                  <a:pt x="2474596" y="844550"/>
                  <a:pt x="2488191" y="868540"/>
                  <a:pt x="2501232" y="892895"/>
                </a:cubicBezTo>
                <a:cubicBezTo>
                  <a:pt x="2514276" y="917249"/>
                  <a:pt x="2526767" y="941971"/>
                  <a:pt x="2538523" y="966876"/>
                </a:cubicBezTo>
                <a:cubicBezTo>
                  <a:pt x="2550280" y="991780"/>
                  <a:pt x="2561485" y="1017233"/>
                  <a:pt x="2572140" y="1042687"/>
                </a:cubicBezTo>
                <a:cubicBezTo>
                  <a:pt x="2582610" y="1068140"/>
                  <a:pt x="2592714" y="1093961"/>
                  <a:pt x="2601900" y="1119963"/>
                </a:cubicBezTo>
                <a:cubicBezTo>
                  <a:pt x="2611083" y="1145966"/>
                  <a:pt x="2619901" y="1172335"/>
                  <a:pt x="2627801" y="1198705"/>
                </a:cubicBezTo>
                <a:cubicBezTo>
                  <a:pt x="2635699" y="1225075"/>
                  <a:pt x="2643047" y="1251628"/>
                  <a:pt x="2649845" y="1278546"/>
                </a:cubicBezTo>
                <a:cubicBezTo>
                  <a:pt x="2656641" y="1305465"/>
                  <a:pt x="2662703" y="1332383"/>
                  <a:pt x="2668030" y="1359486"/>
                </a:cubicBezTo>
                <a:cubicBezTo>
                  <a:pt x="2673358" y="1386586"/>
                  <a:pt x="2678134" y="1413872"/>
                  <a:pt x="2682176" y="1441157"/>
                </a:cubicBezTo>
                <a:cubicBezTo>
                  <a:pt x="2686216" y="1468441"/>
                  <a:pt x="2689523" y="1495909"/>
                  <a:pt x="2692279" y="1523378"/>
                </a:cubicBezTo>
                <a:cubicBezTo>
                  <a:pt x="2694850" y="1551029"/>
                  <a:pt x="2697054" y="1578497"/>
                  <a:pt x="2698341" y="1606148"/>
                </a:cubicBezTo>
                <a:cubicBezTo>
                  <a:pt x="2699627" y="1633799"/>
                  <a:pt x="2700361" y="1661450"/>
                  <a:pt x="2700361" y="1689102"/>
                </a:cubicBezTo>
                <a:cubicBezTo>
                  <a:pt x="2700361" y="1716753"/>
                  <a:pt x="2699627" y="1744404"/>
                  <a:pt x="2698341" y="1772055"/>
                </a:cubicBezTo>
                <a:cubicBezTo>
                  <a:pt x="2697054" y="1799706"/>
                  <a:pt x="2694850" y="1827357"/>
                  <a:pt x="2692279" y="1854825"/>
                </a:cubicBezTo>
                <a:cubicBezTo>
                  <a:pt x="2689707" y="1882294"/>
                  <a:pt x="2686216" y="1909762"/>
                  <a:pt x="2682176" y="1937046"/>
                </a:cubicBezTo>
                <a:cubicBezTo>
                  <a:pt x="2678134" y="1964515"/>
                  <a:pt x="2673358" y="1991615"/>
                  <a:pt x="2668030" y="2018718"/>
                </a:cubicBezTo>
                <a:cubicBezTo>
                  <a:pt x="2662703" y="2046003"/>
                  <a:pt x="2656641" y="2072922"/>
                  <a:pt x="2649845" y="2099657"/>
                </a:cubicBezTo>
                <a:cubicBezTo>
                  <a:pt x="2643230" y="2126575"/>
                  <a:pt x="2635883" y="2153129"/>
                  <a:pt x="2627801" y="2179680"/>
                </a:cubicBezTo>
                <a:cubicBezTo>
                  <a:pt x="2619901" y="2206049"/>
                  <a:pt x="2611269" y="2232235"/>
                  <a:pt x="2601900" y="2258423"/>
                </a:cubicBezTo>
                <a:cubicBezTo>
                  <a:pt x="2592530" y="2284609"/>
                  <a:pt x="2582610" y="2310428"/>
                  <a:pt x="2572140" y="2335881"/>
                </a:cubicBezTo>
                <a:cubicBezTo>
                  <a:pt x="2561485" y="2361518"/>
                  <a:pt x="2550280" y="2386790"/>
                  <a:pt x="2538523" y="2411694"/>
                </a:cubicBezTo>
                <a:cubicBezTo>
                  <a:pt x="2526583" y="2436780"/>
                  <a:pt x="2514276" y="2461503"/>
                  <a:pt x="2501232" y="2485858"/>
                </a:cubicBezTo>
                <a:cubicBezTo>
                  <a:pt x="2488191" y="2510212"/>
                  <a:pt x="2474596" y="2534384"/>
                  <a:pt x="2460452" y="2558007"/>
                </a:cubicBezTo>
                <a:cubicBezTo>
                  <a:pt x="2446307" y="2581813"/>
                  <a:pt x="2431611" y="2605069"/>
                  <a:pt x="2416180" y="2628143"/>
                </a:cubicBezTo>
                <a:cubicBezTo>
                  <a:pt x="2400751" y="2651033"/>
                  <a:pt x="2384952" y="2673739"/>
                  <a:pt x="2368420" y="2695897"/>
                </a:cubicBezTo>
                <a:cubicBezTo>
                  <a:pt x="2352071" y="2718055"/>
                  <a:pt x="2335169" y="2739845"/>
                  <a:pt x="2317534" y="2761270"/>
                </a:cubicBezTo>
                <a:cubicBezTo>
                  <a:pt x="2299900" y="2782695"/>
                  <a:pt x="2281898" y="2803571"/>
                  <a:pt x="2263343" y="2824080"/>
                </a:cubicBezTo>
                <a:cubicBezTo>
                  <a:pt x="2244791" y="2844591"/>
                  <a:pt x="2225685" y="2864551"/>
                  <a:pt x="2206213" y="2884143"/>
                </a:cubicBezTo>
                <a:cubicBezTo>
                  <a:pt x="2186558" y="2903738"/>
                  <a:pt x="2166534" y="2922600"/>
                  <a:pt x="2146144" y="2941278"/>
                </a:cubicBezTo>
                <a:cubicBezTo>
                  <a:pt x="2125755" y="2959773"/>
                  <a:pt x="2104813" y="2977902"/>
                  <a:pt x="2083504" y="2995480"/>
                </a:cubicBezTo>
                <a:cubicBezTo>
                  <a:pt x="2062195" y="3013061"/>
                  <a:pt x="2040518" y="3030090"/>
                  <a:pt x="2018291" y="3046571"/>
                </a:cubicBezTo>
                <a:cubicBezTo>
                  <a:pt x="1996064" y="3063053"/>
                  <a:pt x="1973467" y="3078985"/>
                  <a:pt x="1950506" y="3094365"/>
                </a:cubicBezTo>
                <a:cubicBezTo>
                  <a:pt x="1927544" y="3109748"/>
                  <a:pt x="1904215" y="3124582"/>
                  <a:pt x="1880517" y="3138681"/>
                </a:cubicBezTo>
                <a:cubicBezTo>
                  <a:pt x="1856637" y="3152782"/>
                  <a:pt x="1832755" y="3166515"/>
                  <a:pt x="1808324" y="3179517"/>
                </a:cubicBezTo>
                <a:cubicBezTo>
                  <a:pt x="1783891" y="3192701"/>
                  <a:pt x="1759277" y="3204970"/>
                  <a:pt x="1734293" y="3216873"/>
                </a:cubicBezTo>
                <a:cubicBezTo>
                  <a:pt x="1709309" y="3228776"/>
                  <a:pt x="1684144" y="3239947"/>
                  <a:pt x="1658609" y="3250567"/>
                </a:cubicBezTo>
                <a:cubicBezTo>
                  <a:pt x="1633075" y="3261189"/>
                  <a:pt x="1607175" y="3271078"/>
                  <a:pt x="1581273" y="3280416"/>
                </a:cubicBezTo>
                <a:cubicBezTo>
                  <a:pt x="1555188" y="3289756"/>
                  <a:pt x="1528919" y="3298361"/>
                  <a:pt x="1502466" y="3306420"/>
                </a:cubicBezTo>
                <a:cubicBezTo>
                  <a:pt x="1476197" y="3314477"/>
                  <a:pt x="1449561" y="3321801"/>
                  <a:pt x="1422741" y="3328578"/>
                </a:cubicBezTo>
                <a:cubicBezTo>
                  <a:pt x="1395921" y="3335353"/>
                  <a:pt x="1369101" y="3341395"/>
                  <a:pt x="1341913" y="3346705"/>
                </a:cubicBezTo>
                <a:cubicBezTo>
                  <a:pt x="1314910" y="3352199"/>
                  <a:pt x="1287723" y="3356959"/>
                  <a:pt x="1260352" y="3360990"/>
                </a:cubicBezTo>
                <a:cubicBezTo>
                  <a:pt x="1232981" y="3364834"/>
                  <a:pt x="1205610" y="3368314"/>
                  <a:pt x="1178055" y="3371061"/>
                </a:cubicBezTo>
                <a:cubicBezTo>
                  <a:pt x="1150501" y="3373624"/>
                  <a:pt x="1122946" y="3375821"/>
                  <a:pt x="1095392" y="3377103"/>
                </a:cubicBezTo>
                <a:cubicBezTo>
                  <a:pt x="1067654" y="3378386"/>
                  <a:pt x="1040099" y="3379119"/>
                  <a:pt x="1012543" y="3379119"/>
                </a:cubicBezTo>
                <a:lnTo>
                  <a:pt x="0" y="3379119"/>
                </a:lnTo>
                <a:lnTo>
                  <a:pt x="0" y="549"/>
                </a:lnTo>
                <a:lnTo>
                  <a:pt x="1012543" y="549"/>
                </a:lnTo>
                <a:lnTo>
                  <a:pt x="1012543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6" name="Google Shape;96;p19" title="IMG_8507.jpg"/>
          <p:cNvPicPr preferRelativeResize="0"/>
          <p:nvPr/>
        </p:nvPicPr>
        <p:blipFill rotWithShape="1">
          <a:blip r:embed="rId4">
            <a:alphaModFix/>
          </a:blip>
          <a:srcRect l="27524" r="27524"/>
          <a:stretch/>
        </p:blipFill>
        <p:spPr>
          <a:xfrm>
            <a:off x="5326064" y="2984961"/>
            <a:ext cx="2700361" cy="3379119"/>
          </a:xfrm>
          <a:custGeom>
            <a:avLst/>
            <a:gdLst/>
            <a:ahLst/>
            <a:cxnLst/>
            <a:rect l="l" t="t" r="r" b="b"/>
            <a:pathLst>
              <a:path w="2700361" h="3379119" extrusionOk="0">
                <a:moveTo>
                  <a:pt x="1687819" y="0"/>
                </a:moveTo>
                <a:lnTo>
                  <a:pt x="1687819" y="549"/>
                </a:lnTo>
                <a:lnTo>
                  <a:pt x="2700361" y="549"/>
                </a:lnTo>
                <a:lnTo>
                  <a:pt x="2700361" y="3379119"/>
                </a:lnTo>
                <a:lnTo>
                  <a:pt x="1687819" y="3379119"/>
                </a:lnTo>
                <a:cubicBezTo>
                  <a:pt x="1660262" y="3379119"/>
                  <a:pt x="1632708" y="3378386"/>
                  <a:pt x="1604970" y="3377103"/>
                </a:cubicBezTo>
                <a:cubicBezTo>
                  <a:pt x="1577415" y="3375821"/>
                  <a:pt x="1549860" y="3373624"/>
                  <a:pt x="1522306" y="3371061"/>
                </a:cubicBezTo>
                <a:cubicBezTo>
                  <a:pt x="1494751" y="3368314"/>
                  <a:pt x="1467380" y="3364834"/>
                  <a:pt x="1440010" y="3360990"/>
                </a:cubicBezTo>
                <a:cubicBezTo>
                  <a:pt x="1412639" y="3356959"/>
                  <a:pt x="1385451" y="3352199"/>
                  <a:pt x="1358448" y="3346705"/>
                </a:cubicBezTo>
                <a:cubicBezTo>
                  <a:pt x="1331261" y="3341395"/>
                  <a:pt x="1304441" y="3335353"/>
                  <a:pt x="1277621" y="3328578"/>
                </a:cubicBezTo>
                <a:cubicBezTo>
                  <a:pt x="1250801" y="3321801"/>
                  <a:pt x="1224164" y="3314477"/>
                  <a:pt x="1197895" y="3306420"/>
                </a:cubicBezTo>
                <a:cubicBezTo>
                  <a:pt x="1171443" y="3298361"/>
                  <a:pt x="1145173" y="3289756"/>
                  <a:pt x="1119088" y="3280416"/>
                </a:cubicBezTo>
                <a:cubicBezTo>
                  <a:pt x="1093186" y="3271078"/>
                  <a:pt x="1067286" y="3261189"/>
                  <a:pt x="1041752" y="3250567"/>
                </a:cubicBezTo>
                <a:cubicBezTo>
                  <a:pt x="1016217" y="3239947"/>
                  <a:pt x="991052" y="3228776"/>
                  <a:pt x="966068" y="3216873"/>
                </a:cubicBezTo>
                <a:cubicBezTo>
                  <a:pt x="941085" y="3204970"/>
                  <a:pt x="916470" y="3192701"/>
                  <a:pt x="892037" y="3179517"/>
                </a:cubicBezTo>
                <a:cubicBezTo>
                  <a:pt x="867606" y="3166515"/>
                  <a:pt x="843725" y="3152782"/>
                  <a:pt x="819845" y="3138681"/>
                </a:cubicBezTo>
                <a:cubicBezTo>
                  <a:pt x="796146" y="3124582"/>
                  <a:pt x="772817" y="3109748"/>
                  <a:pt x="749856" y="3094365"/>
                </a:cubicBezTo>
                <a:cubicBezTo>
                  <a:pt x="726894" y="3078985"/>
                  <a:pt x="704297" y="3063053"/>
                  <a:pt x="682070" y="3046571"/>
                </a:cubicBezTo>
                <a:cubicBezTo>
                  <a:pt x="659843" y="3030090"/>
                  <a:pt x="638167" y="3013061"/>
                  <a:pt x="616858" y="2995480"/>
                </a:cubicBezTo>
                <a:cubicBezTo>
                  <a:pt x="595548" y="2977902"/>
                  <a:pt x="574607" y="2959773"/>
                  <a:pt x="554218" y="2941278"/>
                </a:cubicBezTo>
                <a:cubicBezTo>
                  <a:pt x="533827" y="2922600"/>
                  <a:pt x="513803" y="2903738"/>
                  <a:pt x="494149" y="2884143"/>
                </a:cubicBezTo>
                <a:cubicBezTo>
                  <a:pt x="474676" y="2864551"/>
                  <a:pt x="455570" y="2844591"/>
                  <a:pt x="437018" y="2824080"/>
                </a:cubicBezTo>
                <a:cubicBezTo>
                  <a:pt x="418463" y="2803571"/>
                  <a:pt x="400461" y="2782695"/>
                  <a:pt x="382827" y="2761270"/>
                </a:cubicBezTo>
                <a:cubicBezTo>
                  <a:pt x="365192" y="2739845"/>
                  <a:pt x="348291" y="2718055"/>
                  <a:pt x="331941" y="2695897"/>
                </a:cubicBezTo>
                <a:cubicBezTo>
                  <a:pt x="315409" y="2673739"/>
                  <a:pt x="299611" y="2651033"/>
                  <a:pt x="284182" y="2628143"/>
                </a:cubicBezTo>
                <a:cubicBezTo>
                  <a:pt x="268751" y="2605069"/>
                  <a:pt x="254054" y="2581813"/>
                  <a:pt x="239909" y="2558007"/>
                </a:cubicBezTo>
                <a:cubicBezTo>
                  <a:pt x="225765" y="2534384"/>
                  <a:pt x="212171" y="2510212"/>
                  <a:pt x="199129" y="2485858"/>
                </a:cubicBezTo>
                <a:cubicBezTo>
                  <a:pt x="186085" y="2461503"/>
                  <a:pt x="173778" y="2436780"/>
                  <a:pt x="161838" y="2411694"/>
                </a:cubicBezTo>
                <a:cubicBezTo>
                  <a:pt x="150082" y="2386790"/>
                  <a:pt x="138876" y="2361518"/>
                  <a:pt x="128222" y="2335881"/>
                </a:cubicBezTo>
                <a:cubicBezTo>
                  <a:pt x="117751" y="2310428"/>
                  <a:pt x="107831" y="2284609"/>
                  <a:pt x="98462" y="2258423"/>
                </a:cubicBezTo>
                <a:cubicBezTo>
                  <a:pt x="89093" y="2232235"/>
                  <a:pt x="80460" y="2206049"/>
                  <a:pt x="72560" y="2179680"/>
                </a:cubicBezTo>
                <a:cubicBezTo>
                  <a:pt x="64478" y="2153129"/>
                  <a:pt x="57131" y="2126575"/>
                  <a:pt x="50516" y="2099657"/>
                </a:cubicBezTo>
                <a:cubicBezTo>
                  <a:pt x="43720" y="2072922"/>
                  <a:pt x="37658" y="2046003"/>
                  <a:pt x="32331" y="2018718"/>
                </a:cubicBezTo>
                <a:cubicBezTo>
                  <a:pt x="27004" y="1991615"/>
                  <a:pt x="22227" y="1964515"/>
                  <a:pt x="18185" y="1937046"/>
                </a:cubicBezTo>
                <a:cubicBezTo>
                  <a:pt x="14146" y="1909762"/>
                  <a:pt x="10655" y="1882294"/>
                  <a:pt x="8082" y="1854825"/>
                </a:cubicBezTo>
                <a:cubicBezTo>
                  <a:pt x="5511" y="1827357"/>
                  <a:pt x="3307" y="1799706"/>
                  <a:pt x="2020" y="1772055"/>
                </a:cubicBezTo>
                <a:cubicBezTo>
                  <a:pt x="734" y="1744404"/>
                  <a:pt x="0" y="1716753"/>
                  <a:pt x="0" y="1689102"/>
                </a:cubicBezTo>
                <a:cubicBezTo>
                  <a:pt x="0" y="1661450"/>
                  <a:pt x="734" y="1633799"/>
                  <a:pt x="2020" y="1606148"/>
                </a:cubicBezTo>
                <a:cubicBezTo>
                  <a:pt x="3307" y="1578497"/>
                  <a:pt x="5511" y="1551029"/>
                  <a:pt x="8082" y="1523378"/>
                </a:cubicBezTo>
                <a:cubicBezTo>
                  <a:pt x="10838" y="1495909"/>
                  <a:pt x="14146" y="1468441"/>
                  <a:pt x="18185" y="1441157"/>
                </a:cubicBezTo>
                <a:cubicBezTo>
                  <a:pt x="22227" y="1413872"/>
                  <a:pt x="27004" y="1386586"/>
                  <a:pt x="32331" y="1359486"/>
                </a:cubicBezTo>
                <a:cubicBezTo>
                  <a:pt x="37658" y="1332383"/>
                  <a:pt x="43720" y="1305465"/>
                  <a:pt x="50516" y="1278546"/>
                </a:cubicBezTo>
                <a:cubicBezTo>
                  <a:pt x="57315" y="1251628"/>
                  <a:pt x="64662" y="1225075"/>
                  <a:pt x="72560" y="1198705"/>
                </a:cubicBezTo>
                <a:cubicBezTo>
                  <a:pt x="80460" y="1172335"/>
                  <a:pt x="89278" y="1145965"/>
                  <a:pt x="98462" y="1119963"/>
                </a:cubicBezTo>
                <a:cubicBezTo>
                  <a:pt x="107647" y="1093961"/>
                  <a:pt x="117751" y="1068140"/>
                  <a:pt x="128222" y="1042687"/>
                </a:cubicBezTo>
                <a:cubicBezTo>
                  <a:pt x="138876" y="1017233"/>
                  <a:pt x="150082" y="991780"/>
                  <a:pt x="161838" y="966876"/>
                </a:cubicBezTo>
                <a:cubicBezTo>
                  <a:pt x="173594" y="941971"/>
                  <a:pt x="186085" y="917249"/>
                  <a:pt x="199129" y="892895"/>
                </a:cubicBezTo>
                <a:cubicBezTo>
                  <a:pt x="212171" y="868540"/>
                  <a:pt x="225765" y="844550"/>
                  <a:pt x="239909" y="820745"/>
                </a:cubicBezTo>
                <a:cubicBezTo>
                  <a:pt x="254054" y="797122"/>
                  <a:pt x="268934" y="773683"/>
                  <a:pt x="284182" y="750793"/>
                </a:cubicBezTo>
                <a:cubicBezTo>
                  <a:pt x="299427" y="727903"/>
                  <a:pt x="315409" y="705196"/>
                  <a:pt x="331941" y="683038"/>
                </a:cubicBezTo>
                <a:cubicBezTo>
                  <a:pt x="348291" y="660881"/>
                  <a:pt x="365376" y="639090"/>
                  <a:pt x="382827" y="617665"/>
                </a:cubicBezTo>
                <a:cubicBezTo>
                  <a:pt x="400278" y="596422"/>
                  <a:pt x="418279" y="575364"/>
                  <a:pt x="437018" y="554853"/>
                </a:cubicBezTo>
                <a:cubicBezTo>
                  <a:pt x="455570" y="534344"/>
                  <a:pt x="474676" y="514385"/>
                  <a:pt x="494149" y="494790"/>
                </a:cubicBezTo>
                <a:cubicBezTo>
                  <a:pt x="513619" y="475198"/>
                  <a:pt x="533643" y="456152"/>
                  <a:pt x="554218" y="437657"/>
                </a:cubicBezTo>
                <a:cubicBezTo>
                  <a:pt x="574790" y="419163"/>
                  <a:pt x="595548" y="401033"/>
                  <a:pt x="616857" y="383453"/>
                </a:cubicBezTo>
                <a:cubicBezTo>
                  <a:pt x="638167" y="365874"/>
                  <a:pt x="660027" y="348843"/>
                  <a:pt x="682070" y="332363"/>
                </a:cubicBezTo>
                <a:cubicBezTo>
                  <a:pt x="704297" y="315882"/>
                  <a:pt x="726894" y="299951"/>
                  <a:pt x="749856" y="284568"/>
                </a:cubicBezTo>
                <a:cubicBezTo>
                  <a:pt x="772817" y="269187"/>
                  <a:pt x="796146" y="254537"/>
                  <a:pt x="819845" y="240255"/>
                </a:cubicBezTo>
                <a:cubicBezTo>
                  <a:pt x="843541" y="225970"/>
                  <a:pt x="867606" y="212420"/>
                  <a:pt x="892037" y="199419"/>
                </a:cubicBezTo>
                <a:cubicBezTo>
                  <a:pt x="916286" y="186416"/>
                  <a:pt x="941085" y="173963"/>
                  <a:pt x="966068" y="162062"/>
                </a:cubicBezTo>
                <a:cubicBezTo>
                  <a:pt x="991052" y="150159"/>
                  <a:pt x="1016217" y="138988"/>
                  <a:pt x="1041752" y="128367"/>
                </a:cubicBezTo>
                <a:cubicBezTo>
                  <a:pt x="1067286" y="117747"/>
                  <a:pt x="1093003" y="107858"/>
                  <a:pt x="1119088" y="98520"/>
                </a:cubicBezTo>
                <a:cubicBezTo>
                  <a:pt x="1145173" y="89179"/>
                  <a:pt x="1171259" y="80572"/>
                  <a:pt x="1197895" y="72515"/>
                </a:cubicBezTo>
                <a:cubicBezTo>
                  <a:pt x="1224348" y="64459"/>
                  <a:pt x="1250984" y="57133"/>
                  <a:pt x="1277621" y="50358"/>
                </a:cubicBezTo>
                <a:cubicBezTo>
                  <a:pt x="1304441" y="43583"/>
                  <a:pt x="1331444" y="37540"/>
                  <a:pt x="1358448" y="32228"/>
                </a:cubicBezTo>
                <a:cubicBezTo>
                  <a:pt x="1385451" y="26918"/>
                  <a:pt x="1412639" y="22158"/>
                  <a:pt x="1440010" y="18129"/>
                </a:cubicBezTo>
                <a:cubicBezTo>
                  <a:pt x="1467380" y="14101"/>
                  <a:pt x="1494751" y="10622"/>
                  <a:pt x="1522306" y="8056"/>
                </a:cubicBezTo>
                <a:cubicBezTo>
                  <a:pt x="1549860" y="5493"/>
                  <a:pt x="1577415" y="3296"/>
                  <a:pt x="1604970" y="2014"/>
                </a:cubicBezTo>
                <a:cubicBezTo>
                  <a:pt x="1632524" y="732"/>
                  <a:pt x="1660079" y="0"/>
                  <a:pt x="168781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715521" y="1282781"/>
            <a:ext cx="9458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PILARES</a:t>
            </a:r>
            <a:endParaRPr>
              <a:solidFill>
                <a:srgbClr val="C89D7B"/>
              </a:solidFill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715522" y="1904102"/>
            <a:ext cx="351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SELOS</a:t>
            </a:r>
            <a:endParaRPr sz="105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715525" y="2451675"/>
            <a:ext cx="509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Nossos selos, estampados em cada produto, simbolizam e reforçam os diferenciais, propósito e experiência ao comprar na Bisyou.</a:t>
            </a:r>
            <a:endParaRPr sz="12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20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20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pic>
        <p:nvPicPr>
          <p:cNvPr id="107" name="Google Shape;107;p20" title="Artboard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00" y="3806300"/>
            <a:ext cx="1645700" cy="16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Artboard 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200" y="3796775"/>
            <a:ext cx="1645700" cy="16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Artboard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375" y="3676125"/>
            <a:ext cx="1645700" cy="16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Artboard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1875" y="3780900"/>
            <a:ext cx="1645700" cy="16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Artboard 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51438" y="3796775"/>
            <a:ext cx="1645700" cy="16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Artboard 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84575" y="3717400"/>
            <a:ext cx="1645700" cy="16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 title="produtos-full.jpg"/>
          <p:cNvPicPr preferRelativeResize="0"/>
          <p:nvPr/>
        </p:nvPicPr>
        <p:blipFill rotWithShape="1">
          <a:blip r:embed="rId3">
            <a:alphaModFix/>
          </a:blip>
          <a:srcRect l="6784" t="6776" r="6784" b="678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/>
          <p:nvPr/>
        </p:nvSpPr>
        <p:spPr>
          <a:xfrm>
            <a:off x="2480400" y="4794825"/>
            <a:ext cx="7231200" cy="1047900"/>
          </a:xfrm>
          <a:prstGeom prst="roundRect">
            <a:avLst>
              <a:gd name="adj" fmla="val 16667"/>
            </a:avLst>
          </a:prstGeom>
          <a:solidFill>
            <a:srgbClr val="BABABA">
              <a:alpha val="79390"/>
            </a:srgbClr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0" name="Google Shape;120;p21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21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797350" y="5024175"/>
            <a:ext cx="659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PORTFÓLIO DE</a:t>
            </a:r>
            <a:r>
              <a:rPr lang="en-US" sz="3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PRODUTOS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" name="Google Shape;129;p22" title="BISYOU-70.jpg"/>
          <p:cNvPicPr preferRelativeResize="0"/>
          <p:nvPr/>
        </p:nvPicPr>
        <p:blipFill rotWithShape="1">
          <a:blip r:embed="rId3">
            <a:alphaModFix/>
          </a:blip>
          <a:srcRect t="18831" b="18831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6938475" y="1470525"/>
            <a:ext cx="4267200" cy="38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Preenchedor facial em gel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combina ingredientes vegetais de alta performance e tecnologia inovadora que preenche e rejuvenesce a sua pele a partir de 30 dias de uso.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Renova a pele, promove o preenchimento de rugas, linhas de expressão, olheiras profundas e lábios, melhora o contorno facial, tem leve efeito lifting e controle de oleosidade.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Com estudo científico robusto após 3 anos de pesquisa e desenvolvimento, apresenta resultados surpreendente e traduz o pioneirismo da marca no segmento de cosméticos rejuvenescedores naturais brasileiro.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2163400" y="5064125"/>
            <a:ext cx="42672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2" name="Google Shape;132;p22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22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2163350" y="5245625"/>
            <a:ext cx="426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PREENCHEDOR FACIAL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 EM GEL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1" name="Google Shape;141;p23" title="_MG_6963.jpg"/>
          <p:cNvPicPr preferRelativeResize="0"/>
          <p:nvPr/>
        </p:nvPicPr>
        <p:blipFill rotWithShape="1">
          <a:blip r:embed="rId3">
            <a:alphaModFix/>
          </a:blip>
          <a:srcRect t="16617" b="16617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6938475" y="1470525"/>
            <a:ext cx="42672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Vitamina C 20% pura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a mais potente do mercado nacional. Com retinol de uso diurno, Vitamina E, alto grau de pureza, concentração e estabilidade, entrega os melhores benefícios antioxidantes, de firmeza e prevenção de linhas.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 fórmula exclusiva traduz a busca incansável pelos melhores resultados, já que alcança a combinação dos mais prescritos ativos anti-ageing em uma sinergia delicada - e um tanto desafiadora - para nossa equipe de pesquisadores.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2163400" y="5064125"/>
            <a:ext cx="42672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4" name="Google Shape;144;p23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" name="Google Shape;145;p23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2163350" y="5245625"/>
            <a:ext cx="426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VITAMINA C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 20% PURA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24" title="_MG_0897.jpg"/>
          <p:cNvPicPr preferRelativeResize="0"/>
          <p:nvPr/>
        </p:nvPicPr>
        <p:blipFill rotWithShape="1">
          <a:blip r:embed="rId3">
            <a:alphaModFix/>
          </a:blip>
          <a:srcRect t="16617" b="16617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6938475" y="1470525"/>
            <a:ext cx="4267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Água micelar detox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uma solução à base de água purificada com micelas limpadoras que imitam a composição natural da pele e removem as impurezas sem agredir.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Sem álcool, não deixa resíduo na pele e tem ação 4 em 1: limpa, demaquila, nutre e protege, atuando na prevenção de doenças e irritação.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produto vai além de uma simples água micelar, funcionando como um booster de energia, purificação e proteção natural da barreira cutânea.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163400" y="5064125"/>
            <a:ext cx="42672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6" name="Google Shape;156;p24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4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2163350" y="5245625"/>
            <a:ext cx="426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ÁGUA MICELAR 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DETOX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5" name="Google Shape;165;p25" title="0J9A5674.jpg"/>
          <p:cNvPicPr preferRelativeResize="0"/>
          <p:nvPr/>
        </p:nvPicPr>
        <p:blipFill rotWithShape="1">
          <a:blip r:embed="rId3">
            <a:alphaModFix/>
          </a:blip>
          <a:srcRect t="18599" b="18605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6938475" y="1470525"/>
            <a:ext cx="42672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Acqua 360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um hidratante facial inteligente, biológico e revolucionário para sua pele. Possui ativos biomiméticos (idênticos ao que nosso corpo produz) que hidratam profundamente de dentro para fora, com ação firmadora e antissinais.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produto repara a barreira protetora da pele e evita a perda de água; com um toque aveludado e confortável, sem aquele aspecto pegajoso.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Foi a primeira co-criação Bisyou com a comunidade: após encontros e pesquisas com nossas clientes que testaram o protótipo, colhemos sugestões e percepções e pudemos usar esses feedbacks para melhorar a formulação e concluir o desenvolvimento de forma assertiva e focada no que as consumidoras desejavam.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E bingo: o Hidratante Acqua 360 é um dos nossos best-sellers desde seu lançamento.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163400" y="5064125"/>
            <a:ext cx="42672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8" name="Google Shape;168;p25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" name="Google Shape;169;p25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2163350" y="5245625"/>
            <a:ext cx="426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HIDRATANTE ACQUA 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360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7" name="Google Shape;177;p26" title="NRM0554-535.jpg"/>
          <p:cNvPicPr preferRelativeResize="0"/>
          <p:nvPr/>
        </p:nvPicPr>
        <p:blipFill rotWithShape="1">
          <a:blip r:embed="rId3">
            <a:alphaModFix/>
          </a:blip>
          <a:srcRect t="18831" b="18831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6938475" y="1470525"/>
            <a:ext cx="44598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Clareador de tons irregulares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um creme com tripla ação clareadora que previne, trata e diminui a formação de manchas da pele do rosto e corpo. Aprovado no mercado asiático, o mais exigente em clareadores de manchas do mundo, pode ser utilizado em áreas sensíveis com resultados visíveis a partir de 15 dias.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Pode ser utilizado em todos os tipos e tons de pele, além de possuir eficácia cientificamente comprovada em voluntários de pele negra e asiática. Diminui vários tipos de manchas da pele, sem manchar roupas e ainda hidrata e renova.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Um dos produtos de maior sucesso da marca e porta de entrada de novos clientes diariamente, tem um resultado e performance diferente dos demais da concorrência.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1460500" y="5064125"/>
            <a:ext cx="49701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0" name="Google Shape;180;p26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1" name="Google Shape;181;p26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1460500" y="5245625"/>
            <a:ext cx="497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CLAREADOR 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DE TONS IRREGULARES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9" name="Google Shape;189;p27" title="bio.jpg"/>
          <p:cNvPicPr preferRelativeResize="0"/>
          <p:nvPr/>
        </p:nvPicPr>
        <p:blipFill rotWithShape="1">
          <a:blip r:embed="rId3">
            <a:alphaModFix/>
          </a:blip>
          <a:srcRect l="1512" r="1512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6938475" y="1470525"/>
            <a:ext cx="44598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Bio Estimulador de firmeza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um potente efeito lifting sem agulhas instantâneo e tratamento firmador com ação de até 8h na pele.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 partir do primeiro minuto, estica e levanta a pele instantaneamente, ajudando na firmeza e redução de rugas, linhas finas e poros dilatados. Com textura sérum, fácil de espalhar e que é rapidamente absorvida pela pele, com toque sedoso e aveludado. Ideal para a preparação da pele antes da maquiagem, com disfarce óptico de poros, controle de oleosidade, menos acúmulo de produto nas linhas e sem efeito craquelado.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Nosso produto viral nas redes, especialmente no TikTok, tem efeito cinderela imediato e aguça a curiosidade de novas pessoas diariamente, desde o teste às cegas, antes do lançamento, promovido com as clientes fiéis da marca, que se espantaram com a ação potente do produto.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2163400" y="5064125"/>
            <a:ext cx="42672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2" name="Google Shape;192;p27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27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2163400" y="5262600"/>
            <a:ext cx="42672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BIO ESTIMULADOR 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DE FIRMEZA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1" name="Google Shape;201;p28" title="NRM0516.jpg"/>
          <p:cNvPicPr preferRelativeResize="0"/>
          <p:nvPr/>
        </p:nvPicPr>
        <p:blipFill rotWithShape="1">
          <a:blip r:embed="rId3">
            <a:alphaModFix/>
          </a:blip>
          <a:srcRect t="18808" b="18808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02" name="Google Shape;202;p28"/>
          <p:cNvSpPr txBox="1"/>
          <p:nvPr/>
        </p:nvSpPr>
        <p:spPr>
          <a:xfrm>
            <a:off x="6938475" y="1470525"/>
            <a:ext cx="4459800" cy="7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Creme para área dos olhos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o tratamento para olhos mais completo do mercado nacional, multibenefícios e com resultados surpreendentes: clareia olheiras, ativa a microcirculação local, drena bolsas de inchaço e gordura, estimula o colágeno, reduz rugas, tem ação antioxidante, hidrata, ilumina e corrige levemente a região.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É uma sinergia de extratos, ômegas e óleos vegetais, com textura cremosa e densa que hidrata imediatamente, não deixa a pele oleosa e promove resultados visíveis a partir de 1 dia. É ideal para prevenir e tratar os sinais de envelhecimento precoce e tirar a sensação e aparência de cansaço, promovendo uma renovação completa e descanso para o olhar. Oftalmologicamente testado.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Também testado por um pool selecionado de consumidoras, que registraram suas impressões e sugestões para uma melhor comunicação e direcionamento de marketing de produto.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2163400" y="5064125"/>
            <a:ext cx="42672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4" name="Google Shape;204;p28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5" name="Google Shape;205;p28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2163400" y="5262600"/>
            <a:ext cx="4267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CREME PARA </a:t>
            </a: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ÁREA DOS OLHOS</a:t>
            </a: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3" name="Google Shape;213;p29" title="NRM0308.jpg"/>
          <p:cNvPicPr preferRelativeResize="0"/>
          <p:nvPr/>
        </p:nvPicPr>
        <p:blipFill rotWithShape="1">
          <a:blip r:embed="rId3">
            <a:alphaModFix/>
          </a:blip>
          <a:srcRect t="18831" b="18831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4" name="Google Shape;214;p29"/>
          <p:cNvSpPr txBox="1"/>
          <p:nvPr/>
        </p:nvSpPr>
        <p:spPr>
          <a:xfrm>
            <a:off x="6938475" y="1470525"/>
            <a:ext cx="4459800" cy="7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Preenchedor facial em creme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oferece o resultado que você já conhece, agora com dupla ação. A mais nova versão do preenchedor sem agulhas pioneiro no Brasil possui uma textura cremosa e aveludada, que preenche e hidrata a pele, desenvolvido especialmente para peles secas e ressecadas. 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Combina o Cellfie, tecnologia inovadora e exclusiva que preenche olheiras, linhas, rugas e lábios a partir de 4 semanas, com ômegas e óleos vegetais que hidratam e nutrem a pele.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Outro produto criado após ouvirmos a comunidade de peles secas, que não conseguiam usar o Preenchedor facial em gel, ou que desejava simplificar a rotina com 2 passos em 1. A evolução do nosso primeiro produto veio para suprir essa demanda e foi chancelada por nomes parceiros como Luciana Vilela Paes, influenciadora de beleza.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1651000" y="5064125"/>
            <a:ext cx="47796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6" name="Google Shape;216;p29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9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1651000" y="5262600"/>
            <a:ext cx="477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PREENCHEDOR FACIAL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 EM CREME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5" name="Google Shape;225;p30" title="NRM0171 1.jpg"/>
          <p:cNvPicPr preferRelativeResize="0"/>
          <p:nvPr/>
        </p:nvPicPr>
        <p:blipFill rotWithShape="1">
          <a:blip r:embed="rId3">
            <a:alphaModFix/>
          </a:blip>
          <a:srcRect l="14340" r="14347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26" name="Google Shape;226;p30"/>
          <p:cNvSpPr txBox="1"/>
          <p:nvPr/>
        </p:nvSpPr>
        <p:spPr>
          <a:xfrm>
            <a:off x="6938475" y="1470525"/>
            <a:ext cx="4459800" cy="60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Preenchedor labial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é o terceiro produto da linha de preenchedores naturais e sem agulhas da marca. Preenche linhas e vincos, tem efeito volumizador (plump) imediato, hidrata e regenera lábios ressecados e rachados.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Com textura em balm, tem fragrância suave, deixa os lábios levemente corados, com sensação refrescante, hidratante e não pegajosa. Disponível nas cores Amora (roxo intenso) e Melancia (rosa vibrante).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 dupla também foi aprovada por clientes que desejavam hidratação e preenchimento nos lábios com o já conhecido Cellfie, e nosso composto  hidratante de óleos vegetais.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2163400" y="4778375"/>
            <a:ext cx="4267200" cy="106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" name="Google Shape;228;p30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9" name="Google Shape;229;p30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2163400" y="4930775"/>
            <a:ext cx="42672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PREENCHEDOR LABIAL </a:t>
            </a: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AMORA &amp; MELANCIA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7" name="Google Shape;237;p31" title="BSY2209.jpg"/>
          <p:cNvPicPr preferRelativeResize="0"/>
          <p:nvPr/>
        </p:nvPicPr>
        <p:blipFill rotWithShape="1">
          <a:blip r:embed="rId3">
            <a:alphaModFix/>
          </a:blip>
          <a:srcRect t="18856" b="18850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38" name="Google Shape;238;p31"/>
          <p:cNvSpPr txBox="1"/>
          <p:nvPr/>
        </p:nvSpPr>
        <p:spPr>
          <a:xfrm>
            <a:off x="6938475" y="1470525"/>
            <a:ext cx="4459800" cy="5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Gel facial antiacne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possui ação secativa e hidratante que trata a acne da mulher adulta, a partir dos 25 anos, sem ressecar e sensibilizar a pele.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Com ativo inovador Miracne, possui ação 3 em 1 no tratamento antiacne, reduzindo o tamanho, inflamação e vermelhidão das lesões, controlando a produção de sebo e impedindo o crescimento da bactéria causadora da doença.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Além disso, também traz o Acquabio (extrato de angico-branco), que hidrata e repara a barreira da pele.Textura em gel, sem fragrância, deixa um toque seco e macio  na pele, sem pesar.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1651000" y="5064125"/>
            <a:ext cx="47796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0" name="Google Shape;240;p31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241;p31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1651000" y="5262600"/>
            <a:ext cx="477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GEL FACIAL ANTIACNE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/>
          <p:nvPr/>
        </p:nvSpPr>
        <p:spPr>
          <a:xfrm>
            <a:off x="-833670" y="3626740"/>
            <a:ext cx="4011600" cy="4108200"/>
          </a:xfrm>
          <a:prstGeom prst="ellipse">
            <a:avLst/>
          </a:prstGeom>
          <a:solidFill>
            <a:schemeClr val="accent4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9" name="Google Shape;249;p32" title="BSY3130.jpg"/>
          <p:cNvPicPr preferRelativeResize="0"/>
          <p:nvPr/>
        </p:nvPicPr>
        <p:blipFill rotWithShape="1">
          <a:blip r:embed="rId3">
            <a:alphaModFix/>
          </a:blip>
          <a:srcRect t="18856" b="18850"/>
          <a:stretch/>
        </p:blipFill>
        <p:spPr>
          <a:xfrm>
            <a:off x="758918" y="1375520"/>
            <a:ext cx="5372723" cy="5021426"/>
          </a:xfrm>
          <a:custGeom>
            <a:avLst/>
            <a:gdLst/>
            <a:ahLst/>
            <a:cxnLst/>
            <a:rect l="l" t="t" r="r" b="b"/>
            <a:pathLst>
              <a:path w="4840291" h="4839929" extrusionOk="0">
                <a:moveTo>
                  <a:pt x="2419965" y="0"/>
                </a:moveTo>
                <a:cubicBezTo>
                  <a:pt x="2459260" y="0"/>
                  <a:pt x="2498912" y="1080"/>
                  <a:pt x="2538565" y="2883"/>
                </a:cubicBezTo>
                <a:cubicBezTo>
                  <a:pt x="2578221" y="4686"/>
                  <a:pt x="2617873" y="7569"/>
                  <a:pt x="2657168" y="11536"/>
                </a:cubicBezTo>
                <a:cubicBezTo>
                  <a:pt x="2696459" y="15500"/>
                  <a:pt x="2735754" y="20186"/>
                  <a:pt x="2775049" y="25956"/>
                </a:cubicBezTo>
                <a:cubicBezTo>
                  <a:pt x="2814340" y="32083"/>
                  <a:pt x="2853635" y="38572"/>
                  <a:pt x="2892207" y="46503"/>
                </a:cubicBezTo>
                <a:cubicBezTo>
                  <a:pt x="2930779" y="54433"/>
                  <a:pt x="2969351" y="62725"/>
                  <a:pt x="3007924" y="72458"/>
                </a:cubicBezTo>
                <a:cubicBezTo>
                  <a:pt x="3046496" y="82192"/>
                  <a:pt x="3084707" y="92644"/>
                  <a:pt x="3122560" y="104180"/>
                </a:cubicBezTo>
                <a:cubicBezTo>
                  <a:pt x="3160409" y="116078"/>
                  <a:pt x="3198263" y="128333"/>
                  <a:pt x="3235393" y="141672"/>
                </a:cubicBezTo>
                <a:cubicBezTo>
                  <a:pt x="3272524" y="155012"/>
                  <a:pt x="3309293" y="169431"/>
                  <a:pt x="3346063" y="184569"/>
                </a:cubicBezTo>
                <a:cubicBezTo>
                  <a:pt x="3382471" y="199711"/>
                  <a:pt x="3418882" y="215572"/>
                  <a:pt x="3454571" y="232517"/>
                </a:cubicBezTo>
                <a:cubicBezTo>
                  <a:pt x="3490258" y="249458"/>
                  <a:pt x="3525584" y="267122"/>
                  <a:pt x="3560555" y="285866"/>
                </a:cubicBezTo>
                <a:cubicBezTo>
                  <a:pt x="3595521" y="304253"/>
                  <a:pt x="3630131" y="324081"/>
                  <a:pt x="3664016" y="344266"/>
                </a:cubicBezTo>
                <a:cubicBezTo>
                  <a:pt x="3698260" y="364456"/>
                  <a:pt x="3731785" y="385722"/>
                  <a:pt x="3764591" y="407714"/>
                </a:cubicBezTo>
                <a:cubicBezTo>
                  <a:pt x="3797396" y="429703"/>
                  <a:pt x="3829841" y="452775"/>
                  <a:pt x="3861563" y="476206"/>
                </a:cubicBezTo>
                <a:cubicBezTo>
                  <a:pt x="3893646" y="499997"/>
                  <a:pt x="3924649" y="524511"/>
                  <a:pt x="3955291" y="549387"/>
                </a:cubicBezTo>
                <a:cubicBezTo>
                  <a:pt x="3985933" y="574258"/>
                  <a:pt x="4015852" y="600214"/>
                  <a:pt x="4045413" y="626892"/>
                </a:cubicBezTo>
                <a:cubicBezTo>
                  <a:pt x="4074971" y="653206"/>
                  <a:pt x="4103810" y="680964"/>
                  <a:pt x="4131568" y="708722"/>
                </a:cubicBezTo>
                <a:cubicBezTo>
                  <a:pt x="4159328" y="736481"/>
                  <a:pt x="4186724" y="765320"/>
                  <a:pt x="4213399" y="794520"/>
                </a:cubicBezTo>
                <a:cubicBezTo>
                  <a:pt x="4240077" y="824078"/>
                  <a:pt x="4265672" y="854000"/>
                  <a:pt x="4290905" y="884642"/>
                </a:cubicBezTo>
                <a:cubicBezTo>
                  <a:pt x="4316142" y="915284"/>
                  <a:pt x="4340294" y="946644"/>
                  <a:pt x="4364086" y="978366"/>
                </a:cubicBezTo>
                <a:cubicBezTo>
                  <a:pt x="4387517" y="1010450"/>
                  <a:pt x="4410589" y="1042894"/>
                  <a:pt x="4432577" y="1075700"/>
                </a:cubicBezTo>
                <a:cubicBezTo>
                  <a:pt x="4454569" y="1108506"/>
                  <a:pt x="4475477" y="1142031"/>
                  <a:pt x="4496024" y="1175917"/>
                </a:cubicBezTo>
                <a:cubicBezTo>
                  <a:pt x="4516211" y="1209803"/>
                  <a:pt x="4535677" y="1244408"/>
                  <a:pt x="4554425" y="1279375"/>
                </a:cubicBezTo>
                <a:cubicBezTo>
                  <a:pt x="4573169" y="1314345"/>
                  <a:pt x="4590834" y="1349673"/>
                  <a:pt x="4607775" y="1385362"/>
                </a:cubicBezTo>
                <a:cubicBezTo>
                  <a:pt x="4624720" y="1421047"/>
                  <a:pt x="4640941" y="1457459"/>
                  <a:pt x="4656079" y="1493867"/>
                </a:cubicBezTo>
                <a:cubicBezTo>
                  <a:pt x="4670860" y="1530278"/>
                  <a:pt x="4685281" y="1567409"/>
                  <a:pt x="4698619" y="1604540"/>
                </a:cubicBezTo>
                <a:cubicBezTo>
                  <a:pt x="4712316" y="1642028"/>
                  <a:pt x="4724574" y="1679520"/>
                  <a:pt x="4736111" y="1717370"/>
                </a:cubicBezTo>
                <a:cubicBezTo>
                  <a:pt x="4747643" y="1755584"/>
                  <a:pt x="4758099" y="1793434"/>
                  <a:pt x="4767833" y="1832006"/>
                </a:cubicBezTo>
                <a:cubicBezTo>
                  <a:pt x="4777566" y="1870221"/>
                  <a:pt x="4786219" y="1908793"/>
                  <a:pt x="4793788" y="1947723"/>
                </a:cubicBezTo>
                <a:cubicBezTo>
                  <a:pt x="4801719" y="1986656"/>
                  <a:pt x="4808569" y="2025590"/>
                  <a:pt x="4814335" y="2064885"/>
                </a:cubicBezTo>
                <a:cubicBezTo>
                  <a:pt x="4820105" y="2104176"/>
                  <a:pt x="4824791" y="2143470"/>
                  <a:pt x="4828755" y="2182761"/>
                </a:cubicBezTo>
                <a:cubicBezTo>
                  <a:pt x="4832361" y="2222418"/>
                  <a:pt x="4835605" y="2262070"/>
                  <a:pt x="4837408" y="2301365"/>
                </a:cubicBezTo>
                <a:cubicBezTo>
                  <a:pt x="4839212" y="2340656"/>
                  <a:pt x="4840291" y="2380312"/>
                  <a:pt x="4840291" y="2419965"/>
                </a:cubicBezTo>
                <a:lnTo>
                  <a:pt x="4840291" y="4839929"/>
                </a:lnTo>
                <a:lnTo>
                  <a:pt x="723" y="4839929"/>
                </a:lnTo>
                <a:lnTo>
                  <a:pt x="0" y="4839572"/>
                </a:lnTo>
                <a:lnTo>
                  <a:pt x="0" y="2419965"/>
                </a:lnTo>
                <a:cubicBezTo>
                  <a:pt x="0" y="2380674"/>
                  <a:pt x="1080" y="2341017"/>
                  <a:pt x="2883" y="2301365"/>
                </a:cubicBezTo>
                <a:cubicBezTo>
                  <a:pt x="4686" y="2261709"/>
                  <a:pt x="7569" y="2222056"/>
                  <a:pt x="11536" y="2182761"/>
                </a:cubicBezTo>
                <a:cubicBezTo>
                  <a:pt x="15500" y="2143470"/>
                  <a:pt x="20547" y="2104176"/>
                  <a:pt x="26317" y="2064885"/>
                </a:cubicBezTo>
                <a:cubicBezTo>
                  <a:pt x="32083" y="2025590"/>
                  <a:pt x="38934" y="1986656"/>
                  <a:pt x="46503" y="1947723"/>
                </a:cubicBezTo>
                <a:cubicBezTo>
                  <a:pt x="54072" y="1909150"/>
                  <a:pt x="62725" y="1870578"/>
                  <a:pt x="72458" y="1832006"/>
                </a:cubicBezTo>
                <a:cubicBezTo>
                  <a:pt x="82192" y="1793434"/>
                  <a:pt x="92644" y="1755223"/>
                  <a:pt x="104180" y="1717370"/>
                </a:cubicBezTo>
                <a:cubicBezTo>
                  <a:pt x="115717" y="1679520"/>
                  <a:pt x="127976" y="1642028"/>
                  <a:pt x="141311" y="1604540"/>
                </a:cubicBezTo>
                <a:cubicBezTo>
                  <a:pt x="154650" y="1567409"/>
                  <a:pt x="169070" y="1530636"/>
                  <a:pt x="184212" y="1493867"/>
                </a:cubicBezTo>
                <a:cubicBezTo>
                  <a:pt x="199350" y="1457459"/>
                  <a:pt x="215211" y="1421408"/>
                  <a:pt x="232156" y="1385362"/>
                </a:cubicBezTo>
                <a:cubicBezTo>
                  <a:pt x="249097" y="1349673"/>
                  <a:pt x="266761" y="1314345"/>
                  <a:pt x="285509" y="1279375"/>
                </a:cubicBezTo>
                <a:cubicBezTo>
                  <a:pt x="303892" y="1244408"/>
                  <a:pt x="323720" y="1209803"/>
                  <a:pt x="343905" y="1175917"/>
                </a:cubicBezTo>
                <a:cubicBezTo>
                  <a:pt x="364456" y="1142031"/>
                  <a:pt x="385722" y="1108506"/>
                  <a:pt x="407714" y="1075700"/>
                </a:cubicBezTo>
                <a:cubicBezTo>
                  <a:pt x="429341" y="1042537"/>
                  <a:pt x="452414" y="1010092"/>
                  <a:pt x="475844" y="978366"/>
                </a:cubicBezTo>
                <a:cubicBezTo>
                  <a:pt x="499639" y="946283"/>
                  <a:pt x="523792" y="915284"/>
                  <a:pt x="549025" y="884642"/>
                </a:cubicBezTo>
                <a:cubicBezTo>
                  <a:pt x="574258" y="854000"/>
                  <a:pt x="599853" y="824078"/>
                  <a:pt x="626531" y="794520"/>
                </a:cubicBezTo>
                <a:cubicBezTo>
                  <a:pt x="652848" y="765320"/>
                  <a:pt x="680245" y="736481"/>
                  <a:pt x="708361" y="708722"/>
                </a:cubicBezTo>
                <a:cubicBezTo>
                  <a:pt x="736481" y="680964"/>
                  <a:pt x="764959" y="653567"/>
                  <a:pt x="794520" y="626892"/>
                </a:cubicBezTo>
                <a:cubicBezTo>
                  <a:pt x="823716" y="600214"/>
                  <a:pt x="853639" y="574619"/>
                  <a:pt x="884281" y="549387"/>
                </a:cubicBezTo>
                <a:cubicBezTo>
                  <a:pt x="914923" y="524150"/>
                  <a:pt x="946283" y="499997"/>
                  <a:pt x="978009" y="476206"/>
                </a:cubicBezTo>
                <a:cubicBezTo>
                  <a:pt x="1010092" y="452775"/>
                  <a:pt x="1042537" y="429703"/>
                  <a:pt x="1075339" y="407714"/>
                </a:cubicBezTo>
                <a:cubicBezTo>
                  <a:pt x="1108145" y="385722"/>
                  <a:pt x="1141670" y="364813"/>
                  <a:pt x="1175556" y="344266"/>
                </a:cubicBezTo>
                <a:cubicBezTo>
                  <a:pt x="1209804" y="324081"/>
                  <a:pt x="1244047" y="304614"/>
                  <a:pt x="1279017" y="285866"/>
                </a:cubicBezTo>
                <a:cubicBezTo>
                  <a:pt x="1313984" y="267122"/>
                  <a:pt x="1349311" y="249458"/>
                  <a:pt x="1385362" y="232517"/>
                </a:cubicBezTo>
                <a:cubicBezTo>
                  <a:pt x="1421047" y="215572"/>
                  <a:pt x="1457098" y="199711"/>
                  <a:pt x="1493867" y="184569"/>
                </a:cubicBezTo>
                <a:cubicBezTo>
                  <a:pt x="1530279" y="169431"/>
                  <a:pt x="1567048" y="155012"/>
                  <a:pt x="1604540" y="141672"/>
                </a:cubicBezTo>
                <a:cubicBezTo>
                  <a:pt x="1641667" y="127975"/>
                  <a:pt x="1679159" y="115717"/>
                  <a:pt x="1717012" y="104180"/>
                </a:cubicBezTo>
                <a:cubicBezTo>
                  <a:pt x="1755223" y="92644"/>
                  <a:pt x="1793072" y="82192"/>
                  <a:pt x="1831644" y="72458"/>
                </a:cubicBezTo>
                <a:cubicBezTo>
                  <a:pt x="1869859" y="62725"/>
                  <a:pt x="1908431" y="54433"/>
                  <a:pt x="1947365" y="46503"/>
                </a:cubicBezTo>
                <a:cubicBezTo>
                  <a:pt x="1986295" y="38572"/>
                  <a:pt x="2025228" y="31722"/>
                  <a:pt x="2064523" y="25956"/>
                </a:cubicBezTo>
                <a:cubicBezTo>
                  <a:pt x="2103814" y="20186"/>
                  <a:pt x="2143109" y="15500"/>
                  <a:pt x="2182404" y="11536"/>
                </a:cubicBezTo>
                <a:cubicBezTo>
                  <a:pt x="2222057" y="7931"/>
                  <a:pt x="2261709" y="4686"/>
                  <a:pt x="2301004" y="2883"/>
                </a:cubicBezTo>
                <a:cubicBezTo>
                  <a:pt x="2340656" y="1080"/>
                  <a:pt x="2380670" y="0"/>
                  <a:pt x="241996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0" name="Google Shape;250;p32"/>
          <p:cNvSpPr txBox="1"/>
          <p:nvPr/>
        </p:nvSpPr>
        <p:spPr>
          <a:xfrm>
            <a:off x="6938475" y="1470525"/>
            <a:ext cx="4459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1200" b="1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Sabonete líquido facial Bisyou</a:t>
            </a: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 limpa, hidrata e protege peles maduras. Remove impurezas, poluição e derrete até as maquiagens mais resistentes, sem ressecar ou repuxar.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Com manteiga de murumuru, textura em gel transparente e fragrância suave, produz uma espuma cremosa que deixa a pele purificada, sedosa e aveludada.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Resultados comprovados na melhora imediata da hidratação e integridade da barreira da pele. Dermatologicamente e oftalmologicamente testado.</a:t>
            </a: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C61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1651000" y="5064125"/>
            <a:ext cx="4779600" cy="77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90500" dist="38100" dir="2700000" algn="tl" rotWithShape="0">
              <a:srgbClr val="262626">
                <a:alpha val="863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2" name="Google Shape;252;p32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rgbClr val="7C614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3" name="Google Shape;253;p32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614B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rgbClr val="7C614B"/>
              </a:solidFill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1651000" y="5262600"/>
            <a:ext cx="477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SABONETE LÍQUIDO</a:t>
            </a:r>
            <a:r>
              <a:rPr lang="en-US" sz="2100">
                <a:solidFill>
                  <a:srgbClr val="C89D7B"/>
                </a:solidFill>
                <a:latin typeface="Open Sans"/>
                <a:ea typeface="Open Sans"/>
                <a:cs typeface="Open Sans"/>
                <a:sym typeface="Open Sans"/>
              </a:rPr>
              <a:t> FACIAL</a:t>
            </a: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89D7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D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5" title="capa-institucional.jpg"/>
          <p:cNvPicPr preferRelativeResize="0"/>
          <p:nvPr/>
        </p:nvPicPr>
        <p:blipFill rotWithShape="1">
          <a:blip r:embed="rId3">
            <a:alphaModFix/>
          </a:blip>
          <a:srcRect l="3007" t="1494" r="-38" b="147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35"/>
          <p:cNvCxnSpPr/>
          <p:nvPr/>
        </p:nvCxnSpPr>
        <p:spPr>
          <a:xfrm>
            <a:off x="550863" y="930992"/>
            <a:ext cx="11090400" cy="0"/>
          </a:xfrm>
          <a:prstGeom prst="straightConnector1">
            <a:avLst/>
          </a:prstGeom>
          <a:noFill/>
          <a:ln w="44450" cap="flat" cmpd="thickThin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" name="Google Shape;287;p35"/>
          <p:cNvSpPr txBox="1"/>
          <p:nvPr/>
        </p:nvSpPr>
        <p:spPr>
          <a:xfrm>
            <a:off x="9010650" y="483475"/>
            <a:ext cx="263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www.bisyou.com.br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550875" y="483475"/>
            <a:ext cx="137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bisyou skincare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550875" y="2489400"/>
            <a:ext cx="659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OBRIGADO!</a:t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21A40"/>
      </a:accent1>
      <a:accent2>
        <a:srgbClr val="C75B7A"/>
      </a:accent2>
      <a:accent3>
        <a:srgbClr val="D9ABAB"/>
      </a:accent3>
      <a:accent4>
        <a:srgbClr val="F4D9D0"/>
      </a:accent4>
      <a:accent5>
        <a:srgbClr val="F1D7DE"/>
      </a:accent5>
      <a:accent6>
        <a:srgbClr val="EBCACF"/>
      </a:accent6>
      <a:hlink>
        <a:srgbClr val="C7B7A3"/>
      </a:hlink>
      <a:folHlink>
        <a:srgbClr val="E8D8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1959</Words>
  <Application>Microsoft Macintosh PowerPoint</Application>
  <PresentationFormat>Widescreen</PresentationFormat>
  <Paragraphs>196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Open Sans</vt:lpstr>
      <vt:lpstr>Calibri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Pinheiro</cp:lastModifiedBy>
  <cp:revision>9</cp:revision>
  <cp:lastPrinted>2026-02-27T02:48:41Z</cp:lastPrinted>
  <dcterms:modified xsi:type="dcterms:W3CDTF">2026-06-16T20:26:07Z</dcterms:modified>
</cp:coreProperties>
</file>