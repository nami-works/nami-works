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9" r:id="rId5"/>
    <p:sldId id="266" r:id="rId6"/>
    <p:sldId id="265" r:id="rId7"/>
    <p:sldId id="261" r:id="rId8"/>
    <p:sldId id="270" r:id="rId9"/>
    <p:sldId id="263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7"/>
    <a:srgbClr val="FFEBAB"/>
    <a:srgbClr val="FFFFFF"/>
    <a:srgbClr val="3C82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49" autoAdjust="0"/>
    <p:restoredTop sz="94660"/>
  </p:normalViewPr>
  <p:slideViewPr>
    <p:cSldViewPr snapToGrid="0">
      <p:cViewPr>
        <p:scale>
          <a:sx n="75" d="100"/>
          <a:sy n="75" d="100"/>
        </p:scale>
        <p:origin x="547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2183E-2727-49DF-9282-C1897BB3E5CC}" type="datetimeFigureOut">
              <a:rPr lang="pt-BR" smtClean="0"/>
              <a:t>12/03/2026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244C0-DAF9-4953-B5C9-731028D34B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4684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Current</a:t>
            </a:r>
            <a:r>
              <a:rPr lang="pt-BR" dirty="0"/>
              <a:t> </a:t>
            </a:r>
            <a:r>
              <a:rPr lang="pt-BR" dirty="0" err="1"/>
              <a:t>state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a single modal </a:t>
            </a:r>
            <a:r>
              <a:rPr lang="pt-BR" dirty="0" err="1"/>
              <a:t>with</a:t>
            </a:r>
            <a:r>
              <a:rPr lang="pt-BR" dirty="0"/>
              <a:t> diferente </a:t>
            </a:r>
            <a:r>
              <a:rPr lang="pt-BR" dirty="0" err="1"/>
              <a:t>types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settings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244C0-DAF9-4953-B5C9-731028D34B6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4130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FC391-8296-DB2B-271F-8CBBCE0A5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9902995-5E00-FDBE-9432-5FE423784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D294ABD-11D6-9C7C-37ED-43E167698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6F7521B-FFEE-8D0A-01CF-732435A67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244C0-DAF9-4953-B5C9-731028D34B6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4358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D28A0-CB01-7BB5-C365-60D394673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EC2A1EB-679C-5633-0304-04B4B6468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416B456-DCFB-24EA-E8F4-12482EBA5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52AF2E-778D-90F8-7944-245727F5B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244C0-DAF9-4953-B5C9-731028D34B6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695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When </a:t>
            </a:r>
            <a:r>
              <a:rPr lang="pt-BR" dirty="0" err="1"/>
              <a:t>order</a:t>
            </a:r>
            <a:r>
              <a:rPr lang="pt-BR" dirty="0"/>
              <a:t> </a:t>
            </a:r>
            <a:r>
              <a:rPr lang="pt-BR" dirty="0" err="1"/>
              <a:t>not</a:t>
            </a:r>
            <a:r>
              <a:rPr lang="pt-BR" dirty="0"/>
              <a:t> in delivery </a:t>
            </a:r>
            <a:r>
              <a:rPr lang="pt-BR" dirty="0" err="1"/>
              <a:t>area</a:t>
            </a:r>
            <a:r>
              <a:rPr lang="pt-BR" dirty="0"/>
              <a:t>, display feedback </a:t>
            </a:r>
            <a:r>
              <a:rPr lang="pt-BR" dirty="0" err="1"/>
              <a:t>inside</a:t>
            </a:r>
            <a:r>
              <a:rPr lang="pt-BR" dirty="0"/>
              <a:t> </a:t>
            </a:r>
            <a:r>
              <a:rPr lang="pt-BR" dirty="0" err="1"/>
              <a:t>an</a:t>
            </a:r>
            <a:r>
              <a:rPr lang="pt-BR" dirty="0"/>
              <a:t> </a:t>
            </a:r>
            <a:r>
              <a:rPr lang="pt-BR" dirty="0" err="1"/>
              <a:t>yellow</a:t>
            </a:r>
            <a:r>
              <a:rPr lang="pt-BR" dirty="0"/>
              <a:t> </a:t>
            </a:r>
            <a:r>
              <a:rPr lang="pt-BR" dirty="0" err="1"/>
              <a:t>bagde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244C0-DAF9-4953-B5C9-731028D34B67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70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BDC7AC-14CC-AA3B-239A-B5988306A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07328E-9A01-F9A9-80D3-F22ACE496E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B0AF90-E1A6-F056-2A51-9F42E9E50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5F-73CA-4C3B-9588-88E691889389}" type="datetimeFigureOut">
              <a:rPr lang="pt-BR" smtClean="0"/>
              <a:t>12/03/2026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1BC84B-0B86-A53A-1AAD-68C8C9AC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5776B2-E05A-1E90-5DB7-C2CEA7509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E66C-61DA-4A5E-A838-A4A4B66B9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804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E14A1-41F5-69D3-AD15-C459A77AB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44B391-7489-54D3-A52A-1E5992640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8D0A79-946F-4E0D-4659-6988B0BF6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5F-73CA-4C3B-9588-88E691889389}" type="datetimeFigureOut">
              <a:rPr lang="pt-BR" smtClean="0"/>
              <a:t>12/03/2026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C1D7DF-0191-B023-1716-DF961B67A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5498D3-1ED5-E21A-FB26-91AB4362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E66C-61DA-4A5E-A838-A4A4B66B9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477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E15E9-D055-BF66-DCAA-C584C406C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BD7CFD-E8A2-6880-41CB-6EA78C64F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C14CA1-911F-3C55-DB2E-7B53D501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5F-73CA-4C3B-9588-88E691889389}" type="datetimeFigureOut">
              <a:rPr lang="pt-BR" smtClean="0"/>
              <a:t>12/03/2026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82FC78-C82C-94ED-7B8A-7E4A17E3C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DB6C93-D9A7-EF7D-CD72-73B2DE5A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E66C-61DA-4A5E-A838-A4A4B66B9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2716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C8965-CE84-64A3-3DFE-BC1E91DBA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81E77B-53A2-9325-FAA9-311C7B7B7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58780D-050C-ADAD-7ACA-5DEF3ABEE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170E01-DCD7-FDF1-4743-A9045C5A4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5F-73CA-4C3B-9588-88E691889389}" type="datetimeFigureOut">
              <a:rPr lang="pt-BR" smtClean="0"/>
              <a:t>12/03/2026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B8026B-CCAD-1A2E-5E5F-FDA149366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AD39F1-1A5E-441C-076E-55660F1A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E66C-61DA-4A5E-A838-A4A4B66B9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2274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1E77D-53B0-7D9C-5CF7-0E9BD65ED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A5D73E-79F4-59A9-6A0C-9F5094F59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AC9EC0-5B4C-D7F0-72A5-584504B71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EEB91D1-79F8-27C2-CBCA-5B9385AA6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CA47923-E90E-5C06-14EB-123945E49B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6B59A85-4B98-E48E-C2F0-9F528CF3A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5F-73CA-4C3B-9588-88E691889389}" type="datetimeFigureOut">
              <a:rPr lang="pt-BR" smtClean="0"/>
              <a:t>12/03/2026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A7140BA-0855-6AAE-B393-A954BB7A4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1921DBD-2015-33D9-EEB6-56149F9C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E66C-61DA-4A5E-A838-A4A4B66B9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9986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49B438-9848-29F8-1EAF-9370FF455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36AE975-CE8B-E331-890B-D80D498C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5F-73CA-4C3B-9588-88E691889389}" type="datetimeFigureOut">
              <a:rPr lang="pt-BR" smtClean="0"/>
              <a:t>12/03/2026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9883AC5-72B7-197C-0E36-0E7C24F06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0E8CE55-FBF6-E333-80E2-DD32C3CF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E66C-61DA-4A5E-A838-A4A4B66B9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9997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1C1548E-3A68-1BDA-ECF1-DDF90EF62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5F-73CA-4C3B-9588-88E691889389}" type="datetimeFigureOut">
              <a:rPr lang="pt-BR" smtClean="0"/>
              <a:t>12/03/2026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81BD8FB-65B6-6A50-63A3-5853EF0DD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3F7639-D85D-5EAB-1B5B-FCBF5407D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E66C-61DA-4A5E-A838-A4A4B66B9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8622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C5866-9C3A-CF73-C0ED-FDA5905D5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8406B9-825E-09F9-9449-A92E95537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6A5A5E-665D-6117-AD36-070DADFD4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BA4B1F-D26D-C1E0-654A-3DDBF6CD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5F-73CA-4C3B-9588-88E691889389}" type="datetimeFigureOut">
              <a:rPr lang="pt-BR" smtClean="0"/>
              <a:t>12/03/2026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38A6F9-AC2B-2740-CCC1-6D4C7B92C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36C1BC-7BBF-EA1A-B082-C741C918F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E66C-61DA-4A5E-A838-A4A4B66B9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2211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7D228-55CC-66C9-C49F-9126FA063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83D19CC-72AC-402B-395C-A120200758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E526774-5ABD-D3AC-72D6-5AA36457D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4FD426-C5BD-B7A1-97C3-06B28DAFD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5F-73CA-4C3B-9588-88E691889389}" type="datetimeFigureOut">
              <a:rPr lang="pt-BR" smtClean="0"/>
              <a:t>12/03/2026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9D15AD-8645-4FBF-0C9D-0DC60E772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9EC00C-1395-5714-0986-D8807A6D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E66C-61DA-4A5E-A838-A4A4B66B9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6344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AE785-7736-F622-47E5-71433D9D7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529989C-5A67-1A91-1E80-1E7BA86CD2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AA5D6A-6DB3-C57E-734E-35383C53F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5F-73CA-4C3B-9588-88E691889389}" type="datetimeFigureOut">
              <a:rPr lang="pt-BR" smtClean="0"/>
              <a:t>12/03/2026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3631F7-770B-8784-6805-81A989221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096B99-D804-9381-6A86-91589177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E66C-61DA-4A5E-A838-A4A4B66B9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4736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6EC5918-4347-94C2-7C45-88B1F1E6B1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DBE2941-4E72-AEDF-1E6C-DDF98F6791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5DDEDD-1BA5-8C38-2796-8D45F46EE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5F-73CA-4C3B-9588-88E691889389}" type="datetimeFigureOut">
              <a:rPr lang="pt-BR" smtClean="0"/>
              <a:t>12/03/2026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3D5EB8-83E5-F8B2-F421-743529628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6E059B-7C5E-B172-3A7A-C862EAE20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E66C-61DA-4A5E-A838-A4A4B66B9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9845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D41408-94E1-BF11-E752-D82F8DB1F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962C13-A258-C8EA-14CE-032AA1903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FC8342-812B-B542-192D-3BB7E81E5A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876A5F-73CA-4C3B-9588-88E691889389}" type="datetimeFigureOut">
              <a:rPr lang="pt-BR" smtClean="0"/>
              <a:t>12/03/2026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98366E-67C1-4B9A-2934-D039ECFF7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063201-3BA2-DD8A-5586-0F02F6B5F8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53E66C-61DA-4A5E-A838-A4A4B66B9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202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8174D46E-2761-46DF-F068-395638A08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862" y="657546"/>
            <a:ext cx="10639462" cy="598469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56DBB41-6403-C4EB-9E1E-34AC90F85A68}"/>
              </a:ext>
            </a:extLst>
          </p:cNvPr>
          <p:cNvSpPr txBox="1"/>
          <p:nvPr/>
        </p:nvSpPr>
        <p:spPr>
          <a:xfrm>
            <a:off x="534256" y="215757"/>
            <a:ext cx="4529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Omnify</a:t>
            </a:r>
            <a:r>
              <a:rPr lang="pt-BR" dirty="0"/>
              <a:t> &gt; Settings &gt; </a:t>
            </a:r>
            <a:r>
              <a:rPr lang="pt-BR" dirty="0" err="1"/>
              <a:t>Providers</a:t>
            </a:r>
            <a:r>
              <a:rPr lang="pt-BR" dirty="0"/>
              <a:t> {</a:t>
            </a:r>
            <a:r>
              <a:rPr lang="pt-BR" dirty="0" err="1"/>
              <a:t>current</a:t>
            </a:r>
            <a:r>
              <a:rPr lang="pt-BR" dirty="0"/>
              <a:t> </a:t>
            </a:r>
            <a:r>
              <a:rPr lang="pt-BR" dirty="0" err="1"/>
              <a:t>state</a:t>
            </a:r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1741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419E9-DA0F-FEC1-CFC5-7B43E737F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4868E5D0-8EA0-608C-B78B-E448D12BF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862" y="657546"/>
            <a:ext cx="10639462" cy="598469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6A41000-1636-34E0-4166-FBB95C8E7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996" t="28201" r="31296" b="45202"/>
          <a:stretch>
            <a:fillRect/>
          </a:stretch>
        </p:blipFill>
        <p:spPr>
          <a:xfrm>
            <a:off x="5624195" y="2345264"/>
            <a:ext cx="3913505" cy="1591733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44D518CB-D6E1-570B-F1BB-61B9FD4805E5}"/>
              </a:ext>
            </a:extLst>
          </p:cNvPr>
          <p:cNvSpPr txBox="1"/>
          <p:nvPr/>
        </p:nvSpPr>
        <p:spPr>
          <a:xfrm>
            <a:off x="534256" y="215757"/>
            <a:ext cx="4549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Omnify</a:t>
            </a:r>
            <a:r>
              <a:rPr lang="pt-BR" dirty="0"/>
              <a:t> &gt; Settings &gt; </a:t>
            </a:r>
            <a:r>
              <a:rPr lang="pt-BR" dirty="0" err="1"/>
              <a:t>Providers</a:t>
            </a:r>
            <a:r>
              <a:rPr lang="pt-BR" dirty="0"/>
              <a:t> {</a:t>
            </a:r>
            <a:r>
              <a:rPr lang="pt-BR" dirty="0" err="1"/>
              <a:t>desired</a:t>
            </a:r>
            <a:r>
              <a:rPr lang="pt-BR" dirty="0"/>
              <a:t> </a:t>
            </a:r>
            <a:r>
              <a:rPr lang="pt-BR" dirty="0" err="1"/>
              <a:t>state</a:t>
            </a:r>
            <a:r>
              <a:rPr lang="pt-BR" dirty="0"/>
              <a:t>}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1630B78-4613-DA83-5D62-C31AE07C38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5" t="28201" r="48410" b="45202"/>
          <a:stretch>
            <a:fillRect/>
          </a:stretch>
        </p:blipFill>
        <p:spPr>
          <a:xfrm>
            <a:off x="5364311" y="2345267"/>
            <a:ext cx="832485" cy="159173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6904C7F-1293-D8B0-EECD-15DB487B2F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075" t="28201" r="34390" b="45202"/>
          <a:stretch>
            <a:fillRect/>
          </a:stretch>
        </p:blipFill>
        <p:spPr>
          <a:xfrm>
            <a:off x="6107430" y="2345266"/>
            <a:ext cx="908050" cy="159173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04AE6D8-ECB3-6869-7656-D5C6044770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427" t="37157" r="23419" b="45202"/>
          <a:stretch>
            <a:fillRect/>
          </a:stretch>
        </p:blipFill>
        <p:spPr>
          <a:xfrm>
            <a:off x="5456618" y="2881229"/>
            <a:ext cx="654685" cy="105577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8B65804-9299-C90A-36D5-C6EB6BC95F0D}"/>
              </a:ext>
            </a:extLst>
          </p:cNvPr>
          <p:cNvSpPr txBox="1"/>
          <p:nvPr/>
        </p:nvSpPr>
        <p:spPr>
          <a:xfrm>
            <a:off x="9577350" y="2696563"/>
            <a:ext cx="439544" cy="184666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pt-BR" sz="600" b="1" dirty="0">
                <a:solidFill>
                  <a:srgbClr val="3C82DD"/>
                </a:solidFill>
              </a:rPr>
              <a:t>Update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D0A7560-ECA7-DCF9-0E60-89D4F2714F15}"/>
              </a:ext>
            </a:extLst>
          </p:cNvPr>
          <p:cNvSpPr txBox="1"/>
          <p:nvPr/>
        </p:nvSpPr>
        <p:spPr>
          <a:xfrm>
            <a:off x="6166679" y="2688970"/>
            <a:ext cx="832508" cy="18466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pt-BR" sz="600" b="1" dirty="0">
                <a:solidFill>
                  <a:srgbClr val="3C82DD"/>
                </a:solidFill>
              </a:rPr>
              <a:t>...1952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41FE9CB-389E-884C-EF3B-DBB32E43C218}"/>
              </a:ext>
            </a:extLst>
          </p:cNvPr>
          <p:cNvSpPr txBox="1"/>
          <p:nvPr/>
        </p:nvSpPr>
        <p:spPr>
          <a:xfrm>
            <a:off x="6805548" y="2448302"/>
            <a:ext cx="61427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" b="1" dirty="0" err="1"/>
              <a:t>Preferences</a:t>
            </a:r>
            <a:endParaRPr lang="pt-BR" sz="600" b="1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9A622CA1-E243-7151-9CEF-7A4652D28131}"/>
              </a:ext>
            </a:extLst>
          </p:cNvPr>
          <p:cNvSpPr/>
          <p:nvPr/>
        </p:nvSpPr>
        <p:spPr>
          <a:xfrm>
            <a:off x="6896988" y="2709743"/>
            <a:ext cx="745065" cy="140657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>
            <a:spAutoFit/>
          </a:bodyPr>
          <a:lstStyle/>
          <a:p>
            <a:r>
              <a:rPr lang="pt-BR" sz="6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Vehicle: LALAGO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01285EF8-EDEC-067A-5539-546569E87A62}"/>
              </a:ext>
            </a:extLst>
          </p:cNvPr>
          <p:cNvSpPr/>
          <p:nvPr/>
        </p:nvSpPr>
        <p:spPr>
          <a:xfrm>
            <a:off x="7625750" y="2709742"/>
            <a:ext cx="829091" cy="140657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>
            <a:spAutoFit/>
          </a:bodyPr>
          <a:lstStyle/>
          <a:p>
            <a:r>
              <a:rPr lang="pt-BR" sz="6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Max 7 </a:t>
            </a:r>
            <a:r>
              <a:rPr lang="pt-BR" sz="65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orders</a:t>
            </a:r>
            <a:r>
              <a:rPr lang="pt-BR" sz="6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pt-BR" sz="65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route</a:t>
            </a:r>
            <a:endParaRPr lang="pt-BR" sz="65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FBECD7EC-BB7E-737C-174A-DC667EE2949A}"/>
              </a:ext>
            </a:extLst>
          </p:cNvPr>
          <p:cNvSpPr/>
          <p:nvPr/>
        </p:nvSpPr>
        <p:spPr>
          <a:xfrm>
            <a:off x="8438538" y="2709742"/>
            <a:ext cx="1007924" cy="140657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>
            <a:spAutoFit/>
          </a:bodyPr>
          <a:lstStyle/>
          <a:p>
            <a:r>
              <a:rPr lang="en-US" sz="6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Extra time: up to 30 min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9EBFC37-6417-867C-B04C-2FFBEA04CD24}"/>
              </a:ext>
            </a:extLst>
          </p:cNvPr>
          <p:cNvSpPr/>
          <p:nvPr/>
        </p:nvSpPr>
        <p:spPr>
          <a:xfrm>
            <a:off x="9430158" y="2709742"/>
            <a:ext cx="183408" cy="140657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>
            <a:spAutoFit/>
          </a:bodyPr>
          <a:lstStyle/>
          <a:p>
            <a:r>
              <a:rPr lang="en-US" sz="6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86389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04D81-DD84-FB8C-4CB3-2C9F2605B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E542205-E318-20DC-FD7B-F26FAEBCE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862" y="657546"/>
            <a:ext cx="10639462" cy="598469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7BB1E62-12E0-EDF8-4AB8-A36997C1F6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996" t="28201" r="31296" b="45202"/>
          <a:stretch>
            <a:fillRect/>
          </a:stretch>
        </p:blipFill>
        <p:spPr>
          <a:xfrm>
            <a:off x="5624195" y="2345264"/>
            <a:ext cx="3913505" cy="1591733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6DE4F6ED-B4A0-2266-0264-385193BE24C1}"/>
              </a:ext>
            </a:extLst>
          </p:cNvPr>
          <p:cNvSpPr txBox="1"/>
          <p:nvPr/>
        </p:nvSpPr>
        <p:spPr>
          <a:xfrm>
            <a:off x="534256" y="215757"/>
            <a:ext cx="5330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Omnify</a:t>
            </a:r>
            <a:r>
              <a:rPr lang="pt-BR" dirty="0"/>
              <a:t> &gt; Settings &gt; </a:t>
            </a:r>
            <a:r>
              <a:rPr lang="pt-BR" dirty="0" err="1"/>
              <a:t>Providers</a:t>
            </a:r>
            <a:r>
              <a:rPr lang="pt-BR" dirty="0"/>
              <a:t> {</a:t>
            </a:r>
            <a:r>
              <a:rPr lang="pt-BR" dirty="0" err="1"/>
              <a:t>desired</a:t>
            </a:r>
            <a:r>
              <a:rPr lang="pt-BR" dirty="0"/>
              <a:t> </a:t>
            </a:r>
            <a:r>
              <a:rPr lang="pt-BR" dirty="0" err="1"/>
              <a:t>state_details</a:t>
            </a:r>
            <a:r>
              <a:rPr lang="pt-BR" dirty="0"/>
              <a:t>}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A3D8738-A152-A673-5AF1-685D42214D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5" t="28201" r="48410" b="45202"/>
          <a:stretch>
            <a:fillRect/>
          </a:stretch>
        </p:blipFill>
        <p:spPr>
          <a:xfrm>
            <a:off x="5364311" y="2345267"/>
            <a:ext cx="832485" cy="159173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B46C310-2C01-3CB6-9EE8-FC2CDEB8F3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075" t="28201" r="34390" b="45202"/>
          <a:stretch>
            <a:fillRect/>
          </a:stretch>
        </p:blipFill>
        <p:spPr>
          <a:xfrm>
            <a:off x="6107430" y="2345266"/>
            <a:ext cx="908050" cy="159173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5314AB6-17FF-A425-7A27-C358BD8B43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427" t="37157" r="23419" b="45202"/>
          <a:stretch>
            <a:fillRect/>
          </a:stretch>
        </p:blipFill>
        <p:spPr>
          <a:xfrm>
            <a:off x="5456618" y="2881229"/>
            <a:ext cx="654685" cy="105577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89732BE-8224-22A6-2488-043AD8638F13}"/>
              </a:ext>
            </a:extLst>
          </p:cNvPr>
          <p:cNvSpPr txBox="1"/>
          <p:nvPr/>
        </p:nvSpPr>
        <p:spPr>
          <a:xfrm>
            <a:off x="9577350" y="2696563"/>
            <a:ext cx="439544" cy="184666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pt-BR" sz="600" b="1" dirty="0">
                <a:solidFill>
                  <a:srgbClr val="3C82DD"/>
                </a:solidFill>
              </a:rPr>
              <a:t>Update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CAD6E61-C5A1-8931-0F79-19AB86EB3046}"/>
              </a:ext>
            </a:extLst>
          </p:cNvPr>
          <p:cNvSpPr txBox="1"/>
          <p:nvPr/>
        </p:nvSpPr>
        <p:spPr>
          <a:xfrm>
            <a:off x="6166679" y="2688970"/>
            <a:ext cx="832508" cy="18466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pt-BR" sz="600" b="1" dirty="0">
                <a:solidFill>
                  <a:srgbClr val="3C82DD"/>
                </a:solidFill>
              </a:rPr>
              <a:t>...1952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DD176F1-488F-B31C-9EE3-099EC4379FBE}"/>
              </a:ext>
            </a:extLst>
          </p:cNvPr>
          <p:cNvSpPr txBox="1"/>
          <p:nvPr/>
        </p:nvSpPr>
        <p:spPr>
          <a:xfrm>
            <a:off x="6805548" y="2448302"/>
            <a:ext cx="61427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" b="1" dirty="0" err="1"/>
              <a:t>Preferences</a:t>
            </a:r>
            <a:endParaRPr lang="pt-BR" sz="600" b="1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578D576D-67C6-678C-8068-A17EE88C2DED}"/>
              </a:ext>
            </a:extLst>
          </p:cNvPr>
          <p:cNvSpPr/>
          <p:nvPr/>
        </p:nvSpPr>
        <p:spPr>
          <a:xfrm>
            <a:off x="6896988" y="2709743"/>
            <a:ext cx="745065" cy="140657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>
            <a:spAutoFit/>
          </a:bodyPr>
          <a:lstStyle/>
          <a:p>
            <a:r>
              <a:rPr lang="pt-BR" sz="6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Vehicle: LALAGO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B9B9A31-ACA9-AA17-146C-41594060A223}"/>
              </a:ext>
            </a:extLst>
          </p:cNvPr>
          <p:cNvSpPr/>
          <p:nvPr/>
        </p:nvSpPr>
        <p:spPr>
          <a:xfrm>
            <a:off x="7625750" y="2709742"/>
            <a:ext cx="829091" cy="140657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>
            <a:spAutoFit/>
          </a:bodyPr>
          <a:lstStyle/>
          <a:p>
            <a:r>
              <a:rPr lang="pt-BR" sz="6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Max 7 </a:t>
            </a:r>
            <a:r>
              <a:rPr lang="pt-BR" sz="65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orders</a:t>
            </a:r>
            <a:r>
              <a:rPr lang="pt-BR" sz="6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pt-BR" sz="65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route</a:t>
            </a:r>
            <a:endParaRPr lang="pt-BR" sz="65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223DDE3-CCAB-52D8-F324-04DC4B076D3F}"/>
              </a:ext>
            </a:extLst>
          </p:cNvPr>
          <p:cNvSpPr/>
          <p:nvPr/>
        </p:nvSpPr>
        <p:spPr>
          <a:xfrm>
            <a:off x="8438538" y="2709742"/>
            <a:ext cx="1007924" cy="140657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>
            <a:spAutoFit/>
          </a:bodyPr>
          <a:lstStyle/>
          <a:p>
            <a:r>
              <a:rPr lang="en-US" sz="6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Extra time: up to 30 min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B0108F2-1228-01B9-0BBB-0B2457812791}"/>
              </a:ext>
            </a:extLst>
          </p:cNvPr>
          <p:cNvSpPr/>
          <p:nvPr/>
        </p:nvSpPr>
        <p:spPr>
          <a:xfrm>
            <a:off x="9430158" y="2709742"/>
            <a:ext cx="183408" cy="140657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>
            <a:spAutoFit/>
          </a:bodyPr>
          <a:lstStyle/>
          <a:p>
            <a:r>
              <a:rPr lang="en-US" sz="6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F359254-B3C4-4A4B-D0AC-48458F5CA5CD}"/>
              </a:ext>
            </a:extLst>
          </p:cNvPr>
          <p:cNvSpPr txBox="1"/>
          <p:nvPr/>
        </p:nvSpPr>
        <p:spPr>
          <a:xfrm>
            <a:off x="2889249" y="5111015"/>
            <a:ext cx="269732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 err="1"/>
              <a:t>Change</a:t>
            </a:r>
            <a:r>
              <a:rPr lang="pt-BR" sz="700" dirty="0"/>
              <a:t> </a:t>
            </a:r>
            <a:r>
              <a:rPr lang="pt-BR" sz="700" dirty="0" err="1"/>
              <a:t>the</a:t>
            </a:r>
            <a:r>
              <a:rPr lang="pt-BR" sz="700" dirty="0"/>
              <a:t> Status </a:t>
            </a:r>
            <a:r>
              <a:rPr lang="pt-BR" sz="700" dirty="0" err="1"/>
              <a:t>column</a:t>
            </a:r>
            <a:endParaRPr lang="pt-BR" sz="700" dirty="0"/>
          </a:p>
          <a:p>
            <a:r>
              <a:rPr lang="pt-BR" sz="700" dirty="0"/>
              <a:t># Header </a:t>
            </a:r>
            <a:r>
              <a:rPr lang="pt-BR" sz="700" dirty="0" err="1"/>
              <a:t>and</a:t>
            </a:r>
            <a:r>
              <a:rPr lang="pt-BR" sz="700" dirty="0"/>
              <a:t> </a:t>
            </a:r>
            <a:r>
              <a:rPr lang="pt-BR" sz="700" dirty="0" err="1"/>
              <a:t>content</a:t>
            </a:r>
            <a:r>
              <a:rPr lang="pt-BR" sz="700" dirty="0"/>
              <a:t>: </a:t>
            </a:r>
            <a:r>
              <a:rPr lang="pt-BR" sz="700" dirty="0" err="1"/>
              <a:t>align</a:t>
            </a:r>
            <a:r>
              <a:rPr lang="pt-BR" sz="700" dirty="0"/>
              <a:t> </a:t>
            </a:r>
            <a:r>
              <a:rPr lang="pt-BR" sz="700" dirty="0" err="1"/>
              <a:t>to</a:t>
            </a:r>
            <a:r>
              <a:rPr lang="pt-BR" sz="700" dirty="0"/>
              <a:t> center</a:t>
            </a:r>
          </a:p>
          <a:p>
            <a:r>
              <a:rPr lang="pt-BR" sz="700" dirty="0"/>
              <a:t># </a:t>
            </a:r>
            <a:r>
              <a:rPr lang="pt-BR" sz="700" dirty="0" err="1"/>
              <a:t>content</a:t>
            </a:r>
            <a:r>
              <a:rPr lang="pt-BR" sz="700" dirty="0"/>
              <a:t> </a:t>
            </a:r>
            <a:r>
              <a:rPr lang="pt-BR" sz="700" dirty="0" err="1"/>
              <a:t>logic</a:t>
            </a:r>
            <a:br>
              <a:rPr lang="pt-BR" sz="700" dirty="0"/>
            </a:br>
            <a:r>
              <a:rPr lang="pt-BR" sz="700" dirty="0"/>
              <a:t>## </a:t>
            </a:r>
            <a:r>
              <a:rPr lang="pt-BR" sz="700" dirty="0" err="1"/>
              <a:t>providers</a:t>
            </a:r>
            <a:r>
              <a:rPr lang="pt-BR" sz="700" dirty="0"/>
              <a:t> </a:t>
            </a:r>
            <a:r>
              <a:rPr lang="pt-BR" sz="700" dirty="0" err="1"/>
              <a:t>not</a:t>
            </a:r>
            <a:r>
              <a:rPr lang="pt-BR" sz="700" dirty="0"/>
              <a:t> </a:t>
            </a:r>
            <a:r>
              <a:rPr lang="pt-BR" sz="700" dirty="0" err="1"/>
              <a:t>yet</a:t>
            </a:r>
            <a:r>
              <a:rPr lang="pt-BR" sz="700" dirty="0"/>
              <a:t> </a:t>
            </a:r>
            <a:r>
              <a:rPr lang="pt-BR" sz="700" dirty="0" err="1"/>
              <a:t>availabe</a:t>
            </a:r>
            <a:r>
              <a:rPr lang="pt-BR" sz="700" dirty="0"/>
              <a:t> for </a:t>
            </a:r>
            <a:r>
              <a:rPr lang="pt-BR" sz="700" dirty="0" err="1"/>
              <a:t>integration</a:t>
            </a:r>
            <a:r>
              <a:rPr lang="pt-BR" sz="700" dirty="0"/>
              <a:t>:</a:t>
            </a:r>
            <a:br>
              <a:rPr lang="pt-BR" sz="700" dirty="0"/>
            </a:br>
            <a:r>
              <a:rPr lang="pt-BR" sz="700" dirty="0"/>
              <a:t>### ‘</a:t>
            </a:r>
            <a:r>
              <a:rPr lang="pt-BR" sz="700" dirty="0" err="1"/>
              <a:t>Coming</a:t>
            </a:r>
            <a:r>
              <a:rPr lang="pt-BR" sz="700" dirty="0"/>
              <a:t> </a:t>
            </a:r>
            <a:r>
              <a:rPr lang="pt-BR" sz="700" dirty="0" err="1"/>
              <a:t>soon</a:t>
            </a:r>
            <a:r>
              <a:rPr lang="pt-BR" sz="700" dirty="0"/>
              <a:t>’ </a:t>
            </a:r>
            <a:r>
              <a:rPr lang="pt-BR" sz="700" dirty="0" err="1"/>
              <a:t>text</a:t>
            </a:r>
            <a:r>
              <a:rPr lang="pt-BR" sz="700" dirty="0"/>
              <a:t> (</a:t>
            </a:r>
            <a:r>
              <a:rPr lang="pt-BR" sz="700" dirty="0" err="1"/>
              <a:t>already</a:t>
            </a:r>
            <a:r>
              <a:rPr lang="pt-BR" sz="700" dirty="0"/>
              <a:t> </a:t>
            </a:r>
            <a:r>
              <a:rPr lang="pt-BR" sz="700" dirty="0" err="1"/>
              <a:t>exists</a:t>
            </a:r>
            <a:r>
              <a:rPr lang="pt-BR" sz="700" dirty="0"/>
              <a:t> </a:t>
            </a:r>
            <a:r>
              <a:rPr lang="pt-BR" sz="700" dirty="0" err="1"/>
              <a:t>at</a:t>
            </a:r>
            <a:r>
              <a:rPr lang="pt-BR" sz="700" dirty="0"/>
              <a:t> </a:t>
            </a:r>
            <a:r>
              <a:rPr lang="pt-BR" sz="700" dirty="0" err="1"/>
              <a:t>other</a:t>
            </a:r>
            <a:r>
              <a:rPr lang="pt-BR" sz="700" dirty="0"/>
              <a:t> </a:t>
            </a:r>
            <a:r>
              <a:rPr lang="pt-BR" sz="700" dirty="0" err="1"/>
              <a:t>column</a:t>
            </a:r>
            <a:r>
              <a:rPr lang="pt-BR" sz="700" dirty="0"/>
              <a:t>)</a:t>
            </a:r>
            <a:br>
              <a:rPr lang="pt-BR" sz="700" dirty="0"/>
            </a:br>
            <a:r>
              <a:rPr lang="pt-BR" sz="700" dirty="0"/>
              <a:t>## </a:t>
            </a:r>
            <a:r>
              <a:rPr lang="pt-BR" sz="700" dirty="0" err="1"/>
              <a:t>providers</a:t>
            </a:r>
            <a:r>
              <a:rPr lang="pt-BR" sz="700" dirty="0"/>
              <a:t> </a:t>
            </a:r>
            <a:r>
              <a:rPr lang="pt-BR" sz="700" dirty="0" err="1"/>
              <a:t>already</a:t>
            </a:r>
            <a:r>
              <a:rPr lang="pt-BR" sz="700" dirty="0"/>
              <a:t> </a:t>
            </a:r>
            <a:r>
              <a:rPr lang="pt-BR" sz="700" dirty="0" err="1"/>
              <a:t>availabe</a:t>
            </a:r>
            <a:r>
              <a:rPr lang="pt-BR" sz="700" dirty="0"/>
              <a:t> for </a:t>
            </a:r>
            <a:r>
              <a:rPr lang="pt-BR" sz="700" dirty="0" err="1"/>
              <a:t>integration</a:t>
            </a:r>
            <a:r>
              <a:rPr lang="pt-BR" sz="700" dirty="0"/>
              <a:t> </a:t>
            </a:r>
            <a:r>
              <a:rPr lang="pt-BR" sz="700" dirty="0" err="1"/>
              <a:t>but</a:t>
            </a:r>
            <a:r>
              <a:rPr lang="pt-BR" sz="700" dirty="0"/>
              <a:t> </a:t>
            </a:r>
            <a:r>
              <a:rPr lang="pt-BR" sz="700" dirty="0" err="1"/>
              <a:t>not</a:t>
            </a:r>
            <a:r>
              <a:rPr lang="pt-BR" sz="700" dirty="0"/>
              <a:t> </a:t>
            </a:r>
            <a:r>
              <a:rPr lang="pt-BR" sz="700" dirty="0" err="1"/>
              <a:t>configured</a:t>
            </a:r>
            <a:r>
              <a:rPr lang="pt-BR" sz="700" dirty="0"/>
              <a:t>:</a:t>
            </a:r>
            <a:br>
              <a:rPr lang="pt-BR" sz="700" dirty="0"/>
            </a:br>
            <a:r>
              <a:rPr lang="pt-BR" sz="700" dirty="0"/>
              <a:t>### </a:t>
            </a:r>
            <a:r>
              <a:rPr lang="pt-BR" b="1" dirty="0"/>
              <a:t>✗</a:t>
            </a:r>
            <a:r>
              <a:rPr lang="pt-BR" sz="700" dirty="0"/>
              <a:t> </a:t>
            </a:r>
            <a:r>
              <a:rPr lang="pt-BR" sz="700" dirty="0" err="1"/>
              <a:t>icon</a:t>
            </a:r>
            <a:br>
              <a:rPr lang="pt-BR" sz="700" dirty="0"/>
            </a:br>
            <a:r>
              <a:rPr lang="pt-BR" sz="700" dirty="0"/>
              <a:t>## </a:t>
            </a:r>
            <a:r>
              <a:rPr lang="pt-BR" sz="700" dirty="0" err="1"/>
              <a:t>providers</a:t>
            </a:r>
            <a:r>
              <a:rPr lang="pt-BR" sz="700" dirty="0"/>
              <a:t> </a:t>
            </a:r>
            <a:r>
              <a:rPr lang="pt-BR" sz="700" dirty="0" err="1"/>
              <a:t>already</a:t>
            </a:r>
            <a:r>
              <a:rPr lang="pt-BR" sz="700" dirty="0"/>
              <a:t> </a:t>
            </a:r>
            <a:r>
              <a:rPr lang="pt-BR" sz="700" dirty="0" err="1"/>
              <a:t>availabe</a:t>
            </a:r>
            <a:r>
              <a:rPr lang="pt-BR" sz="700" dirty="0"/>
              <a:t> for </a:t>
            </a:r>
            <a:r>
              <a:rPr lang="pt-BR" sz="700" dirty="0" err="1"/>
              <a:t>integration</a:t>
            </a:r>
            <a:r>
              <a:rPr lang="pt-BR" sz="700" dirty="0"/>
              <a:t> </a:t>
            </a:r>
            <a:r>
              <a:rPr lang="pt-BR" sz="700" dirty="0" err="1"/>
              <a:t>ald</a:t>
            </a:r>
            <a:r>
              <a:rPr lang="pt-BR" sz="700" dirty="0"/>
              <a:t> </a:t>
            </a:r>
            <a:r>
              <a:rPr lang="pt-BR" sz="700" dirty="0" err="1"/>
              <a:t>already</a:t>
            </a:r>
            <a:r>
              <a:rPr lang="pt-BR" sz="700" dirty="0"/>
              <a:t> </a:t>
            </a:r>
            <a:r>
              <a:rPr lang="pt-BR" sz="700" dirty="0" err="1"/>
              <a:t>configured</a:t>
            </a:r>
            <a:r>
              <a:rPr lang="pt-BR" sz="700" dirty="0"/>
              <a:t> :</a:t>
            </a:r>
            <a:br>
              <a:rPr lang="pt-BR" sz="700" dirty="0"/>
            </a:br>
            <a:r>
              <a:rPr lang="pt-BR" sz="700" dirty="0"/>
              <a:t>### </a:t>
            </a:r>
            <a:r>
              <a:rPr lang="pt-BR" b="1" dirty="0"/>
              <a:t>✓</a:t>
            </a:r>
            <a:r>
              <a:rPr lang="pt-BR" sz="700" dirty="0"/>
              <a:t> </a:t>
            </a:r>
            <a:r>
              <a:rPr lang="pt-BR" sz="700" dirty="0" err="1"/>
              <a:t>icon</a:t>
            </a:r>
            <a:r>
              <a:rPr lang="pt-BR" sz="700" dirty="0"/>
              <a:t> (no </a:t>
            </a:r>
            <a:r>
              <a:rPr lang="pt-BR" sz="700" dirty="0" err="1"/>
              <a:t>changes</a:t>
            </a:r>
            <a:r>
              <a:rPr lang="pt-BR" sz="700" dirty="0"/>
              <a:t> </a:t>
            </a:r>
            <a:r>
              <a:rPr lang="pt-BR" sz="700" dirty="0" err="1"/>
              <a:t>needed</a:t>
            </a:r>
            <a:r>
              <a:rPr lang="pt-BR" sz="700" dirty="0"/>
              <a:t>)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9EA70039-7BE0-7CC1-59F8-A21C29CA731A}"/>
              </a:ext>
            </a:extLst>
          </p:cNvPr>
          <p:cNvCxnSpPr>
            <a:cxnSpLocks/>
            <a:stCxn id="5" idx="2"/>
            <a:endCxn id="24" idx="0"/>
          </p:cNvCxnSpPr>
          <p:nvPr/>
        </p:nvCxnSpPr>
        <p:spPr>
          <a:xfrm flipH="1">
            <a:off x="4237910" y="3936999"/>
            <a:ext cx="1546051" cy="11740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8D00C2ED-BCE4-392E-406A-462A1B1CBA04}"/>
              </a:ext>
            </a:extLst>
          </p:cNvPr>
          <p:cNvCxnSpPr>
            <a:cxnSpLocks/>
            <a:stCxn id="34" idx="2"/>
            <a:endCxn id="27" idx="0"/>
          </p:cNvCxnSpPr>
          <p:nvPr/>
        </p:nvCxnSpPr>
        <p:spPr>
          <a:xfrm>
            <a:off x="6403957" y="3920772"/>
            <a:ext cx="954507" cy="11902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5AF932F-5EF7-8D1C-AFCD-A0D5EAA7DD6B}"/>
              </a:ext>
            </a:extLst>
          </p:cNvPr>
          <p:cNvSpPr txBox="1"/>
          <p:nvPr/>
        </p:nvSpPr>
        <p:spPr>
          <a:xfrm>
            <a:off x="5750632" y="5111012"/>
            <a:ext cx="32156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 err="1"/>
              <a:t>Changes</a:t>
            </a:r>
            <a:r>
              <a:rPr lang="pt-BR" sz="700" dirty="0"/>
              <a:t> </a:t>
            </a:r>
            <a:r>
              <a:rPr lang="pt-BR" sz="700" dirty="0" err="1"/>
              <a:t>to</a:t>
            </a:r>
            <a:r>
              <a:rPr lang="pt-BR" sz="700" dirty="0"/>
              <a:t> API </a:t>
            </a:r>
            <a:r>
              <a:rPr lang="pt-BR" sz="700" dirty="0" err="1"/>
              <a:t>key</a:t>
            </a:r>
            <a:r>
              <a:rPr lang="pt-BR" sz="700" dirty="0"/>
              <a:t> </a:t>
            </a:r>
            <a:r>
              <a:rPr lang="pt-BR" sz="700" dirty="0" err="1"/>
              <a:t>column</a:t>
            </a:r>
            <a:br>
              <a:rPr lang="pt-BR" sz="700" dirty="0"/>
            </a:br>
            <a:r>
              <a:rPr lang="pt-BR" sz="700" dirty="0"/>
              <a:t># Header </a:t>
            </a:r>
            <a:r>
              <a:rPr lang="pt-BR" sz="700" dirty="0" err="1"/>
              <a:t>and</a:t>
            </a:r>
            <a:r>
              <a:rPr lang="pt-BR" sz="700" dirty="0"/>
              <a:t> </a:t>
            </a:r>
            <a:r>
              <a:rPr lang="pt-BR" sz="700" dirty="0" err="1"/>
              <a:t>content</a:t>
            </a:r>
            <a:r>
              <a:rPr lang="pt-BR" sz="700" dirty="0"/>
              <a:t>: </a:t>
            </a:r>
            <a:r>
              <a:rPr lang="pt-BR" sz="700" dirty="0" err="1"/>
              <a:t>align</a:t>
            </a:r>
            <a:r>
              <a:rPr lang="pt-BR" sz="700" dirty="0"/>
              <a:t> </a:t>
            </a:r>
            <a:r>
              <a:rPr lang="pt-BR" sz="700" dirty="0" err="1"/>
              <a:t>to</a:t>
            </a:r>
            <a:r>
              <a:rPr lang="pt-BR" sz="700" dirty="0"/>
              <a:t> center</a:t>
            </a:r>
          </a:p>
          <a:p>
            <a:r>
              <a:rPr lang="pt-BR" sz="700" dirty="0"/>
              <a:t># Header: </a:t>
            </a:r>
            <a:r>
              <a:rPr lang="pt-BR" sz="700" dirty="0" err="1"/>
              <a:t>rename</a:t>
            </a:r>
            <a:r>
              <a:rPr lang="pt-BR" sz="700" dirty="0"/>
              <a:t> as </a:t>
            </a:r>
            <a:r>
              <a:rPr lang="pt-BR" sz="700" dirty="0" err="1"/>
              <a:t>Credentials</a:t>
            </a:r>
            <a:br>
              <a:rPr lang="pt-BR" sz="700" dirty="0"/>
            </a:br>
            <a:r>
              <a:rPr lang="pt-BR" sz="700" dirty="0"/>
              <a:t># </a:t>
            </a:r>
            <a:r>
              <a:rPr lang="pt-BR" sz="700" dirty="0" err="1"/>
              <a:t>content</a:t>
            </a:r>
            <a:r>
              <a:rPr lang="pt-BR" sz="700" dirty="0"/>
              <a:t>:</a:t>
            </a:r>
            <a:br>
              <a:rPr lang="pt-BR" sz="700" dirty="0"/>
            </a:br>
            <a:r>
              <a:rPr lang="pt-BR" sz="700" dirty="0"/>
              <a:t>### API </a:t>
            </a:r>
            <a:r>
              <a:rPr lang="pt-BR" sz="700" dirty="0" err="1"/>
              <a:t>credentials</a:t>
            </a:r>
            <a:r>
              <a:rPr lang="pt-BR" sz="700" dirty="0"/>
              <a:t> for </a:t>
            </a:r>
            <a:r>
              <a:rPr lang="pt-BR" sz="700" dirty="0" err="1"/>
              <a:t>available</a:t>
            </a:r>
            <a:r>
              <a:rPr lang="pt-BR" sz="700" dirty="0"/>
              <a:t> </a:t>
            </a:r>
            <a:r>
              <a:rPr lang="pt-BR" sz="700" dirty="0" err="1"/>
              <a:t>provider</a:t>
            </a:r>
            <a:r>
              <a:rPr lang="pt-BR" sz="700" dirty="0"/>
              <a:t> (</a:t>
            </a:r>
            <a:r>
              <a:rPr lang="pt-BR" sz="700" dirty="0" err="1"/>
              <a:t>not</a:t>
            </a:r>
            <a:r>
              <a:rPr lang="pt-BR" sz="700" dirty="0"/>
              <a:t> </a:t>
            </a:r>
            <a:r>
              <a:rPr lang="pt-BR" sz="700" dirty="0" err="1"/>
              <a:t>yet</a:t>
            </a:r>
            <a:r>
              <a:rPr lang="pt-BR" sz="700" dirty="0"/>
              <a:t> </a:t>
            </a:r>
            <a:r>
              <a:rPr lang="pt-BR" sz="700" dirty="0" err="1"/>
              <a:t>configured</a:t>
            </a:r>
            <a:r>
              <a:rPr lang="pt-BR" sz="700" dirty="0"/>
              <a:t>):</a:t>
            </a:r>
            <a:br>
              <a:rPr lang="pt-BR" sz="700" dirty="0"/>
            </a:br>
            <a:r>
              <a:rPr lang="pt-BR" sz="700" dirty="0"/>
              <a:t>#### ‘</a:t>
            </a:r>
            <a:r>
              <a:rPr lang="pt-BR" sz="700" dirty="0" err="1"/>
              <a:t>Add</a:t>
            </a:r>
            <a:r>
              <a:rPr lang="pt-BR" sz="700" dirty="0"/>
              <a:t>’ link-</a:t>
            </a:r>
            <a:r>
              <a:rPr lang="pt-BR" sz="700" dirty="0" err="1"/>
              <a:t>style</a:t>
            </a:r>
            <a:r>
              <a:rPr lang="pt-BR" sz="700" dirty="0"/>
              <a:t> </a:t>
            </a:r>
            <a:r>
              <a:rPr lang="pt-BR" sz="700" dirty="0" err="1"/>
              <a:t>button</a:t>
            </a:r>
            <a:br>
              <a:rPr lang="pt-BR" sz="700" dirty="0"/>
            </a:br>
            <a:r>
              <a:rPr lang="pt-BR" sz="700" dirty="0"/>
              <a:t>### API </a:t>
            </a:r>
            <a:r>
              <a:rPr lang="pt-BR" sz="700" dirty="0" err="1"/>
              <a:t>credentials</a:t>
            </a:r>
            <a:r>
              <a:rPr lang="pt-BR" sz="700" dirty="0"/>
              <a:t> for </a:t>
            </a:r>
            <a:r>
              <a:rPr lang="pt-BR" sz="700" dirty="0" err="1"/>
              <a:t>available</a:t>
            </a:r>
            <a:r>
              <a:rPr lang="pt-BR" sz="700" dirty="0"/>
              <a:t> </a:t>
            </a:r>
            <a:r>
              <a:rPr lang="pt-BR" sz="700" dirty="0" err="1"/>
              <a:t>provider</a:t>
            </a:r>
            <a:r>
              <a:rPr lang="pt-BR" sz="700" dirty="0"/>
              <a:t> (</a:t>
            </a:r>
            <a:r>
              <a:rPr lang="pt-BR" sz="700" dirty="0" err="1"/>
              <a:t>already</a:t>
            </a:r>
            <a:r>
              <a:rPr lang="pt-BR" sz="700" dirty="0"/>
              <a:t> </a:t>
            </a:r>
            <a:r>
              <a:rPr lang="pt-BR" sz="700" dirty="0" err="1"/>
              <a:t>configured</a:t>
            </a:r>
            <a:r>
              <a:rPr lang="pt-BR" sz="700" dirty="0"/>
              <a:t>)</a:t>
            </a:r>
            <a:br>
              <a:rPr lang="pt-BR" sz="700" dirty="0"/>
            </a:br>
            <a:r>
              <a:rPr lang="pt-BR" sz="700" dirty="0"/>
              <a:t>#### ‘****ac1f’ (4x * + 4 </a:t>
            </a:r>
            <a:r>
              <a:rPr lang="pt-BR" sz="700" dirty="0" err="1"/>
              <a:t>last</a:t>
            </a:r>
            <a:r>
              <a:rPr lang="pt-BR" sz="700" dirty="0"/>
              <a:t> </a:t>
            </a:r>
            <a:r>
              <a:rPr lang="pt-BR" sz="700" dirty="0" err="1"/>
              <a:t>digits</a:t>
            </a:r>
            <a:r>
              <a:rPr lang="pt-BR" sz="700" dirty="0"/>
              <a:t>)</a:t>
            </a:r>
            <a:br>
              <a:rPr lang="pt-BR" sz="700" dirty="0"/>
            </a:br>
            <a:r>
              <a:rPr lang="pt-BR" sz="700" dirty="0"/>
              <a:t>##### </a:t>
            </a:r>
            <a:r>
              <a:rPr lang="pt-BR" sz="700" dirty="0" err="1"/>
              <a:t>clickable</a:t>
            </a:r>
            <a:r>
              <a:rPr lang="pt-BR" sz="700" dirty="0"/>
              <a:t> </a:t>
            </a:r>
            <a:r>
              <a:rPr lang="pt-BR" sz="700" dirty="0" err="1"/>
              <a:t>to</a:t>
            </a:r>
            <a:r>
              <a:rPr lang="pt-BR" sz="700" dirty="0"/>
              <a:t> </a:t>
            </a:r>
            <a:r>
              <a:rPr lang="pt-BR" sz="700" dirty="0" err="1"/>
              <a:t>edit</a:t>
            </a:r>
            <a:r>
              <a:rPr lang="pt-BR" sz="700" dirty="0"/>
              <a:t> API </a:t>
            </a:r>
            <a:r>
              <a:rPr lang="pt-BR" sz="700" dirty="0" err="1"/>
              <a:t>credentials</a:t>
            </a:r>
            <a:r>
              <a:rPr lang="pt-BR" sz="700" dirty="0"/>
              <a:t> (</a:t>
            </a:r>
            <a:r>
              <a:rPr lang="pt-BR" sz="700" dirty="0" err="1"/>
              <a:t>see</a:t>
            </a:r>
            <a:r>
              <a:rPr lang="pt-BR" sz="700" dirty="0"/>
              <a:t> </a:t>
            </a:r>
            <a:r>
              <a:rPr lang="pt-BR" sz="700" dirty="0" err="1"/>
              <a:t>page</a:t>
            </a:r>
            <a:r>
              <a:rPr lang="pt-BR" sz="700" dirty="0"/>
              <a:t> 4)</a:t>
            </a:r>
            <a:br>
              <a:rPr lang="pt-BR" sz="700" dirty="0"/>
            </a:br>
            <a:r>
              <a:rPr lang="pt-BR" sz="700" dirty="0"/>
              <a:t>### API </a:t>
            </a:r>
            <a:r>
              <a:rPr lang="pt-BR" sz="700" dirty="0" err="1"/>
              <a:t>credentials</a:t>
            </a:r>
            <a:r>
              <a:rPr lang="pt-BR" sz="700" dirty="0"/>
              <a:t> </a:t>
            </a:r>
            <a:r>
              <a:rPr lang="pt-BR" sz="700" dirty="0" err="1"/>
              <a:t>not</a:t>
            </a:r>
            <a:r>
              <a:rPr lang="pt-BR" sz="700" dirty="0"/>
              <a:t> </a:t>
            </a:r>
            <a:r>
              <a:rPr lang="pt-BR" sz="700" dirty="0" err="1"/>
              <a:t>yet</a:t>
            </a:r>
            <a:r>
              <a:rPr lang="pt-BR" sz="700" dirty="0"/>
              <a:t> </a:t>
            </a:r>
            <a:r>
              <a:rPr lang="pt-BR" sz="700" dirty="0" err="1"/>
              <a:t>configured</a:t>
            </a:r>
            <a:br>
              <a:rPr lang="pt-BR" sz="700" dirty="0"/>
            </a:br>
            <a:r>
              <a:rPr lang="pt-BR" sz="700" dirty="0"/>
              <a:t>#### ‘—’ (no </a:t>
            </a:r>
            <a:r>
              <a:rPr lang="pt-BR" sz="700" dirty="0" err="1"/>
              <a:t>changes</a:t>
            </a:r>
            <a:r>
              <a:rPr lang="pt-BR" sz="700" dirty="0"/>
              <a:t> </a:t>
            </a:r>
            <a:r>
              <a:rPr lang="pt-BR" sz="700" dirty="0" err="1"/>
              <a:t>needed</a:t>
            </a:r>
            <a:r>
              <a:rPr lang="pt-BR" sz="700" dirty="0"/>
              <a:t>)</a:t>
            </a:r>
            <a:br>
              <a:rPr lang="pt-BR" sz="700" dirty="0"/>
            </a:br>
            <a:endParaRPr lang="pt-BR" sz="700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09A9D2D-6321-BE24-78E6-94FA6008D449}"/>
              </a:ext>
            </a:extLst>
          </p:cNvPr>
          <p:cNvSpPr txBox="1"/>
          <p:nvPr/>
        </p:nvSpPr>
        <p:spPr>
          <a:xfrm>
            <a:off x="9130356" y="5111012"/>
            <a:ext cx="241435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 err="1"/>
              <a:t>Preferences</a:t>
            </a:r>
            <a:r>
              <a:rPr lang="pt-BR" sz="700" dirty="0"/>
              <a:t> (new </a:t>
            </a:r>
            <a:r>
              <a:rPr lang="pt-BR" sz="700" dirty="0" err="1"/>
              <a:t>column</a:t>
            </a:r>
            <a:r>
              <a:rPr lang="pt-BR" sz="700" dirty="0"/>
              <a:t>)</a:t>
            </a:r>
            <a:br>
              <a:rPr lang="pt-BR" sz="700" dirty="0"/>
            </a:br>
            <a:r>
              <a:rPr lang="pt-BR" sz="700" dirty="0"/>
              <a:t># Header </a:t>
            </a:r>
            <a:r>
              <a:rPr lang="pt-BR" sz="700" dirty="0" err="1"/>
              <a:t>and</a:t>
            </a:r>
            <a:r>
              <a:rPr lang="pt-BR" sz="700" dirty="0"/>
              <a:t> </a:t>
            </a:r>
            <a:r>
              <a:rPr lang="pt-BR" sz="700" dirty="0" err="1"/>
              <a:t>content</a:t>
            </a:r>
            <a:r>
              <a:rPr lang="pt-BR" sz="700" dirty="0"/>
              <a:t>: </a:t>
            </a:r>
            <a:r>
              <a:rPr lang="pt-BR" sz="700" dirty="0" err="1"/>
              <a:t>align</a:t>
            </a:r>
            <a:r>
              <a:rPr lang="pt-BR" sz="700" dirty="0"/>
              <a:t> </a:t>
            </a:r>
            <a:r>
              <a:rPr lang="pt-BR" sz="700" dirty="0" err="1"/>
              <a:t>to</a:t>
            </a:r>
            <a:r>
              <a:rPr lang="pt-BR" sz="700" dirty="0"/>
              <a:t> </a:t>
            </a:r>
            <a:r>
              <a:rPr lang="pt-BR" sz="700" dirty="0" err="1"/>
              <a:t>left</a:t>
            </a:r>
            <a:br>
              <a:rPr lang="pt-BR" sz="700" dirty="0"/>
            </a:br>
            <a:r>
              <a:rPr lang="pt-BR" sz="700" dirty="0"/>
              <a:t>## </a:t>
            </a:r>
            <a:r>
              <a:rPr lang="pt-BR" sz="700" dirty="0" err="1"/>
              <a:t>content</a:t>
            </a:r>
            <a:r>
              <a:rPr lang="pt-BR" sz="700" dirty="0"/>
              <a:t> (</a:t>
            </a:r>
            <a:r>
              <a:rPr lang="pt-BR" sz="700" dirty="0" err="1"/>
              <a:t>see</a:t>
            </a:r>
            <a:r>
              <a:rPr lang="pt-BR" sz="700" dirty="0"/>
              <a:t> </a:t>
            </a:r>
            <a:r>
              <a:rPr lang="pt-BR" sz="700" dirty="0" err="1"/>
              <a:t>page</a:t>
            </a:r>
            <a:r>
              <a:rPr lang="pt-BR" sz="700" dirty="0"/>
              <a:t> 5)</a:t>
            </a:r>
            <a:br>
              <a:rPr lang="pt-BR" sz="700" dirty="0"/>
            </a:br>
            <a:r>
              <a:rPr lang="pt-BR" sz="700" dirty="0"/>
              <a:t>### </a:t>
            </a:r>
            <a:r>
              <a:rPr lang="pt-BR" sz="700" dirty="0" err="1"/>
              <a:t>defined</a:t>
            </a:r>
            <a:r>
              <a:rPr lang="pt-BR" sz="700" dirty="0"/>
              <a:t> </a:t>
            </a:r>
            <a:r>
              <a:rPr lang="pt-BR" sz="700" dirty="0" err="1"/>
              <a:t>preferences</a:t>
            </a:r>
            <a:r>
              <a:rPr lang="pt-BR" sz="700" dirty="0"/>
              <a:t>, in </a:t>
            </a:r>
            <a:r>
              <a:rPr lang="pt-BR" sz="700" dirty="0" err="1"/>
              <a:t>following</a:t>
            </a:r>
            <a:r>
              <a:rPr lang="pt-BR" sz="700" dirty="0"/>
              <a:t> </a:t>
            </a:r>
            <a:r>
              <a:rPr lang="pt-BR" sz="700" dirty="0" err="1"/>
              <a:t>order</a:t>
            </a:r>
            <a:r>
              <a:rPr lang="pt-BR" sz="700" dirty="0"/>
              <a:t>:</a:t>
            </a:r>
            <a:br>
              <a:rPr lang="pt-BR" sz="700" dirty="0"/>
            </a:br>
            <a:r>
              <a:rPr lang="pt-BR" sz="700" dirty="0"/>
              <a:t>#### </a:t>
            </a:r>
            <a:r>
              <a:rPr lang="pt-BR" sz="700" dirty="0" err="1"/>
              <a:t>preferred</a:t>
            </a:r>
            <a:r>
              <a:rPr lang="pt-BR" sz="700" dirty="0"/>
              <a:t> Vehicle: “</a:t>
            </a:r>
            <a:r>
              <a:rPr lang="pt-BR" sz="700" dirty="0" err="1"/>
              <a:t>vehicle</a:t>
            </a:r>
            <a:r>
              <a:rPr lang="pt-BR" sz="700" dirty="0"/>
              <a:t>: {</a:t>
            </a:r>
            <a:r>
              <a:rPr lang="pt-BR" sz="700" dirty="0" err="1"/>
              <a:t>vehicle-type</a:t>
            </a:r>
            <a:r>
              <a:rPr lang="pt-BR" sz="700" dirty="0"/>
              <a:t>}’</a:t>
            </a:r>
            <a:br>
              <a:rPr lang="pt-BR" sz="700" dirty="0"/>
            </a:br>
            <a:r>
              <a:rPr lang="pt-BR" sz="700" dirty="0"/>
              <a:t>#### </a:t>
            </a:r>
            <a:r>
              <a:rPr lang="pt-BR" sz="700" dirty="0" err="1"/>
              <a:t>max</a:t>
            </a:r>
            <a:r>
              <a:rPr lang="pt-BR" sz="700" dirty="0"/>
              <a:t> </a:t>
            </a:r>
            <a:r>
              <a:rPr lang="pt-BR" sz="700" dirty="0" err="1"/>
              <a:t>orders</a:t>
            </a:r>
            <a:r>
              <a:rPr lang="pt-BR" sz="700" dirty="0"/>
              <a:t> per Route for </a:t>
            </a:r>
            <a:r>
              <a:rPr lang="pt-BR" sz="700" dirty="0" err="1"/>
              <a:t>preferred</a:t>
            </a:r>
            <a:r>
              <a:rPr lang="pt-BR" sz="700" dirty="0"/>
              <a:t> Vehicle: ‘</a:t>
            </a:r>
            <a:r>
              <a:rPr lang="pt-BR" sz="700" dirty="0" err="1"/>
              <a:t>max</a:t>
            </a:r>
            <a:r>
              <a:rPr lang="pt-BR" sz="700" dirty="0"/>
              <a:t> {</a:t>
            </a:r>
            <a:r>
              <a:rPr lang="pt-BR" sz="700" dirty="0" err="1"/>
              <a:t>orders</a:t>
            </a:r>
            <a:r>
              <a:rPr lang="pt-BR" sz="700" dirty="0"/>
              <a:t>} </a:t>
            </a:r>
            <a:r>
              <a:rPr lang="pt-BR" sz="700" dirty="0" err="1"/>
              <a:t>orders</a:t>
            </a:r>
            <a:r>
              <a:rPr lang="pt-BR" sz="700" dirty="0"/>
              <a:t>/</a:t>
            </a:r>
            <a:r>
              <a:rPr lang="pt-BR" sz="700" dirty="0" err="1"/>
              <a:t>route</a:t>
            </a:r>
            <a:r>
              <a:rPr lang="pt-BR" sz="700" dirty="0"/>
              <a:t>’</a:t>
            </a:r>
            <a:br>
              <a:rPr lang="pt-BR" sz="700" dirty="0"/>
            </a:br>
            <a:r>
              <a:rPr lang="pt-BR" sz="700" dirty="0"/>
              <a:t>#### </a:t>
            </a:r>
            <a:r>
              <a:rPr lang="pt-BR" sz="700" dirty="0" err="1"/>
              <a:t>special</a:t>
            </a:r>
            <a:r>
              <a:rPr lang="pt-BR" sz="700" dirty="0"/>
              <a:t> </a:t>
            </a:r>
            <a:r>
              <a:rPr lang="pt-BR" sz="700" dirty="0" err="1"/>
              <a:t>requests</a:t>
            </a:r>
            <a:r>
              <a:rPr lang="pt-BR" sz="700" dirty="0"/>
              <a:t> (</a:t>
            </a:r>
            <a:r>
              <a:rPr lang="pt-BR" sz="700" dirty="0" err="1"/>
              <a:t>when</a:t>
            </a:r>
            <a:r>
              <a:rPr lang="pt-BR" sz="700" dirty="0"/>
              <a:t> </a:t>
            </a:r>
            <a:r>
              <a:rPr lang="pt-BR" sz="700" dirty="0" err="1"/>
              <a:t>enabled</a:t>
            </a:r>
            <a:r>
              <a:rPr lang="pt-BR" sz="700" dirty="0"/>
              <a:t>)</a:t>
            </a:r>
            <a:br>
              <a:rPr lang="pt-BR" sz="700" dirty="0"/>
            </a:br>
            <a:r>
              <a:rPr lang="pt-BR" sz="700" dirty="0"/>
              <a:t>##### </a:t>
            </a:r>
            <a:r>
              <a:rPr lang="pt-BR" sz="700" dirty="0" err="1"/>
              <a:t>thermal</a:t>
            </a:r>
            <a:r>
              <a:rPr lang="pt-BR" sz="700" dirty="0"/>
              <a:t> bag: ‘</a:t>
            </a:r>
            <a:r>
              <a:rPr lang="pt-BR" sz="700" dirty="0" err="1"/>
              <a:t>thermal</a:t>
            </a:r>
            <a:r>
              <a:rPr lang="pt-BR" sz="700" dirty="0"/>
              <a:t> bag’</a:t>
            </a:r>
            <a:br>
              <a:rPr lang="pt-BR" sz="700" dirty="0"/>
            </a:br>
            <a:r>
              <a:rPr lang="pt-BR" sz="700" dirty="0"/>
              <a:t>##### extra time: ‘extra time: {</a:t>
            </a:r>
            <a:r>
              <a:rPr lang="pt-BR" sz="700" dirty="0" err="1"/>
              <a:t>extra-time</a:t>
            </a:r>
            <a:r>
              <a:rPr lang="pt-BR" sz="700" dirty="0"/>
              <a:t>}‘</a:t>
            </a:r>
            <a:br>
              <a:rPr lang="pt-BR" sz="700" dirty="0"/>
            </a:br>
            <a:r>
              <a:rPr lang="pt-BR" sz="700" dirty="0"/>
              <a:t>##### </a:t>
            </a:r>
            <a:r>
              <a:rPr lang="pt-BR" sz="700" dirty="0" err="1"/>
              <a:t>return</a:t>
            </a:r>
            <a:r>
              <a:rPr lang="pt-BR" sz="700" dirty="0"/>
              <a:t> </a:t>
            </a:r>
            <a:r>
              <a:rPr lang="pt-BR" sz="700" dirty="0" err="1"/>
              <a:t>trip</a:t>
            </a:r>
            <a:r>
              <a:rPr lang="pt-BR" sz="700" dirty="0"/>
              <a:t>: ‘</a:t>
            </a:r>
            <a:r>
              <a:rPr lang="pt-BR" sz="700" dirty="0" err="1"/>
              <a:t>return</a:t>
            </a:r>
            <a:r>
              <a:rPr lang="pt-BR" sz="700" dirty="0"/>
              <a:t> </a:t>
            </a:r>
            <a:r>
              <a:rPr lang="pt-BR" sz="700" dirty="0" err="1"/>
              <a:t>trip</a:t>
            </a:r>
            <a:r>
              <a:rPr lang="pt-BR" sz="700" dirty="0"/>
              <a:t>’</a:t>
            </a:r>
            <a:br>
              <a:rPr lang="pt-BR" sz="700" dirty="0"/>
            </a:br>
            <a:br>
              <a:rPr lang="pt-BR" sz="700" dirty="0"/>
            </a:br>
            <a:br>
              <a:rPr lang="pt-BR" sz="700" dirty="0"/>
            </a:br>
            <a:endParaRPr lang="pt-BR" sz="700" dirty="0"/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AD36EBA2-78D8-5063-C0DC-72AD35B34072}"/>
              </a:ext>
            </a:extLst>
          </p:cNvPr>
          <p:cNvCxnSpPr>
            <a:cxnSpLocks/>
            <a:stCxn id="37" idx="2"/>
            <a:endCxn id="28" idx="0"/>
          </p:cNvCxnSpPr>
          <p:nvPr/>
        </p:nvCxnSpPr>
        <p:spPr>
          <a:xfrm>
            <a:off x="8209543" y="3074386"/>
            <a:ext cx="2127991" cy="20366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tângulo 31">
            <a:extLst>
              <a:ext uri="{FF2B5EF4-FFF2-40B4-BE49-F238E27FC236}">
                <a16:creationId xmlns:a16="http://schemas.microsoft.com/office/drawing/2014/main" id="{2D2E2BFC-1B2A-C2E2-661E-17A220C30468}"/>
              </a:ext>
            </a:extLst>
          </p:cNvPr>
          <p:cNvSpPr/>
          <p:nvPr/>
        </p:nvSpPr>
        <p:spPr>
          <a:xfrm>
            <a:off x="5391403" y="2275840"/>
            <a:ext cx="680511" cy="16449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87ADBA1D-A361-10F0-2440-C83A89C894E4}"/>
              </a:ext>
            </a:extLst>
          </p:cNvPr>
          <p:cNvSpPr/>
          <p:nvPr/>
        </p:nvSpPr>
        <p:spPr>
          <a:xfrm>
            <a:off x="6805519" y="2361489"/>
            <a:ext cx="2808048" cy="7128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D6DAEB9E-8F26-8D82-587B-E2DAF977F237}"/>
              </a:ext>
            </a:extLst>
          </p:cNvPr>
          <p:cNvSpPr/>
          <p:nvPr/>
        </p:nvSpPr>
        <p:spPr>
          <a:xfrm>
            <a:off x="9648904" y="2632968"/>
            <a:ext cx="367990" cy="2482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98FCBB78-E35C-CBA0-1901-EDFCE9D4C09E}"/>
              </a:ext>
            </a:extLst>
          </p:cNvPr>
          <p:cNvSpPr txBox="1"/>
          <p:nvPr/>
        </p:nvSpPr>
        <p:spPr>
          <a:xfrm>
            <a:off x="9582275" y="3487094"/>
            <a:ext cx="241435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 err="1"/>
              <a:t>button</a:t>
            </a:r>
            <a:r>
              <a:rPr lang="pt-BR" sz="700" dirty="0"/>
              <a:t> </a:t>
            </a:r>
            <a:r>
              <a:rPr lang="pt-BR" sz="700" dirty="0" err="1"/>
              <a:t>to</a:t>
            </a:r>
            <a:r>
              <a:rPr lang="pt-BR" sz="700" dirty="0"/>
              <a:t> update </a:t>
            </a:r>
            <a:r>
              <a:rPr lang="pt-BR" sz="700" dirty="0" err="1"/>
              <a:t>preferences</a:t>
            </a:r>
            <a:r>
              <a:rPr lang="pt-BR" sz="700" dirty="0"/>
              <a:t> (</a:t>
            </a:r>
            <a:r>
              <a:rPr lang="pt-BR" sz="700" dirty="0" err="1"/>
              <a:t>see</a:t>
            </a:r>
            <a:r>
              <a:rPr lang="pt-BR" sz="700" dirty="0"/>
              <a:t> slide 6)</a:t>
            </a:r>
            <a:br>
              <a:rPr lang="pt-BR" sz="700" dirty="0"/>
            </a:br>
            <a:r>
              <a:rPr lang="pt-BR" sz="700" dirty="0"/>
              <a:t># ‘Define’ </a:t>
            </a:r>
            <a:r>
              <a:rPr lang="pt-BR" sz="700" dirty="0" err="1"/>
              <a:t>if</a:t>
            </a:r>
            <a:r>
              <a:rPr lang="pt-BR" sz="700" dirty="0"/>
              <a:t> </a:t>
            </a:r>
            <a:r>
              <a:rPr lang="pt-BR" sz="700" dirty="0" err="1"/>
              <a:t>preferences</a:t>
            </a:r>
            <a:r>
              <a:rPr lang="pt-BR" sz="700" dirty="0"/>
              <a:t> are </a:t>
            </a:r>
            <a:r>
              <a:rPr lang="pt-BR" sz="700" dirty="0" err="1"/>
              <a:t>empty</a:t>
            </a:r>
            <a:br>
              <a:rPr lang="pt-BR" sz="700" dirty="0"/>
            </a:br>
            <a:r>
              <a:rPr lang="pt-BR" sz="700" dirty="0"/>
              <a:t># ‘Update’ </a:t>
            </a:r>
            <a:r>
              <a:rPr lang="pt-BR" sz="700" dirty="0" err="1"/>
              <a:t>if</a:t>
            </a:r>
            <a:r>
              <a:rPr lang="pt-BR" sz="700" dirty="0"/>
              <a:t> </a:t>
            </a:r>
            <a:r>
              <a:rPr lang="pt-BR" sz="700" dirty="0" err="1"/>
              <a:t>preferences</a:t>
            </a:r>
            <a:r>
              <a:rPr lang="pt-BR" sz="700" dirty="0"/>
              <a:t> are </a:t>
            </a:r>
            <a:r>
              <a:rPr lang="pt-BR" sz="700" dirty="0" err="1"/>
              <a:t>defined</a:t>
            </a:r>
            <a:endParaRPr lang="pt-BR" sz="700" dirty="0"/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491FB629-9E50-353E-2F1A-5B8DCF8E5BA7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>
            <a:off x="9832899" y="2881229"/>
            <a:ext cx="956554" cy="6058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2092E3C4-CB84-B34F-1AE5-E51C6DD76BA4}"/>
              </a:ext>
            </a:extLst>
          </p:cNvPr>
          <p:cNvSpPr txBox="1"/>
          <p:nvPr/>
        </p:nvSpPr>
        <p:spPr>
          <a:xfrm>
            <a:off x="6141799" y="2441824"/>
            <a:ext cx="596638" cy="184666"/>
          </a:xfrm>
          <a:prstGeom prst="rect">
            <a:avLst/>
          </a:prstGeom>
          <a:solidFill>
            <a:srgbClr val="F6F6F7"/>
          </a:solidFill>
        </p:spPr>
        <p:txBody>
          <a:bodyPr wrap="none" rtlCol="0">
            <a:spAutoFit/>
          </a:bodyPr>
          <a:lstStyle/>
          <a:p>
            <a:r>
              <a:rPr lang="pt-BR" sz="600" b="1" dirty="0" err="1"/>
              <a:t>Credentials</a:t>
            </a:r>
            <a:endParaRPr lang="pt-BR" sz="600" b="1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F04FB318-EA13-641C-D14F-316942BB1B20}"/>
              </a:ext>
            </a:extLst>
          </p:cNvPr>
          <p:cNvSpPr/>
          <p:nvPr/>
        </p:nvSpPr>
        <p:spPr>
          <a:xfrm>
            <a:off x="6119728" y="2275840"/>
            <a:ext cx="568457" cy="16449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2503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3E2BB-66A6-65F1-5A58-B3F6A392A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>
            <a:extLst>
              <a:ext uri="{FF2B5EF4-FFF2-40B4-BE49-F238E27FC236}">
                <a16:creationId xmlns:a16="http://schemas.microsoft.com/office/drawing/2014/main" id="{502CC65F-EE79-7932-A70B-92951EFE2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62" y="657546"/>
            <a:ext cx="10639462" cy="598469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000F1C5-1C21-0098-A966-A271E6C81DC6}"/>
              </a:ext>
            </a:extLst>
          </p:cNvPr>
          <p:cNvSpPr txBox="1"/>
          <p:nvPr/>
        </p:nvSpPr>
        <p:spPr>
          <a:xfrm>
            <a:off x="534256" y="215757"/>
            <a:ext cx="6091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Omnify</a:t>
            </a:r>
            <a:r>
              <a:rPr lang="pt-BR" dirty="0"/>
              <a:t> &gt; Settings &gt; </a:t>
            </a:r>
            <a:r>
              <a:rPr lang="pt-BR" dirty="0" err="1"/>
              <a:t>Providers</a:t>
            </a:r>
            <a:r>
              <a:rPr lang="pt-BR" dirty="0"/>
              <a:t> &gt; </a:t>
            </a:r>
            <a:r>
              <a:rPr lang="pt-BR" dirty="0" err="1"/>
              <a:t>Lalamove</a:t>
            </a:r>
            <a:r>
              <a:rPr lang="pt-BR" dirty="0"/>
              <a:t> API {</a:t>
            </a:r>
            <a:r>
              <a:rPr lang="pt-BR" dirty="0" err="1"/>
              <a:t>current</a:t>
            </a:r>
            <a:r>
              <a:rPr lang="pt-BR" dirty="0"/>
              <a:t> </a:t>
            </a:r>
            <a:r>
              <a:rPr lang="pt-BR" dirty="0" err="1"/>
              <a:t>state</a:t>
            </a:r>
            <a:r>
              <a:rPr lang="pt-BR" dirty="0"/>
              <a:t>}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413179C-6210-C19A-8661-93B9CD7ADE03}"/>
              </a:ext>
            </a:extLst>
          </p:cNvPr>
          <p:cNvSpPr txBox="1"/>
          <p:nvPr/>
        </p:nvSpPr>
        <p:spPr>
          <a:xfrm>
            <a:off x="5753093" y="1766736"/>
            <a:ext cx="1443574" cy="24622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pt-BR" sz="1000" b="1" dirty="0" err="1"/>
              <a:t>Lalamove</a:t>
            </a:r>
            <a:r>
              <a:rPr lang="pt-BR" sz="1000" b="1" dirty="0"/>
              <a:t> </a:t>
            </a:r>
            <a:r>
              <a:rPr lang="pt-BR" sz="1000" b="1" dirty="0" err="1"/>
              <a:t>credentials</a:t>
            </a:r>
            <a:endParaRPr lang="pt-BR" sz="1000" b="1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C6D146C-2654-8D97-7DA1-3058CD03B5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410" r="3"/>
          <a:stretch>
            <a:fillRect/>
          </a:stretch>
        </p:blipFill>
        <p:spPr>
          <a:xfrm>
            <a:off x="2479040" y="657545"/>
            <a:ext cx="9425284" cy="5984697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FA7A7857-A142-E1F6-803B-BD63B01C3031}"/>
              </a:ext>
            </a:extLst>
          </p:cNvPr>
          <p:cNvSpPr txBox="1"/>
          <p:nvPr/>
        </p:nvSpPr>
        <p:spPr>
          <a:xfrm>
            <a:off x="5753093" y="1766736"/>
            <a:ext cx="1761074" cy="24622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pt-BR" sz="1000" b="1" dirty="0" err="1"/>
              <a:t>Lalamove</a:t>
            </a:r>
            <a:r>
              <a:rPr lang="pt-BR" sz="1000" b="1" dirty="0"/>
              <a:t> </a:t>
            </a:r>
            <a:r>
              <a:rPr lang="pt-BR" sz="1000" b="1" dirty="0" err="1"/>
              <a:t>credentials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65965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33AC1-E664-4163-C43D-36926389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>
            <a:extLst>
              <a:ext uri="{FF2B5EF4-FFF2-40B4-BE49-F238E27FC236}">
                <a16:creationId xmlns:a16="http://schemas.microsoft.com/office/drawing/2014/main" id="{732F200C-4617-C329-B5F2-517D2FE51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62" y="657546"/>
            <a:ext cx="10639462" cy="598469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2B29C107-B2DD-07F9-B9D9-BA555BB86C7F}"/>
              </a:ext>
            </a:extLst>
          </p:cNvPr>
          <p:cNvSpPr txBox="1"/>
          <p:nvPr/>
        </p:nvSpPr>
        <p:spPr>
          <a:xfrm>
            <a:off x="534256" y="215757"/>
            <a:ext cx="7420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Omnify</a:t>
            </a:r>
            <a:r>
              <a:rPr lang="pt-BR" dirty="0"/>
              <a:t> &gt; Settings &gt; </a:t>
            </a:r>
            <a:r>
              <a:rPr lang="pt-BR" dirty="0" err="1"/>
              <a:t>Providers</a:t>
            </a:r>
            <a:r>
              <a:rPr lang="pt-BR" dirty="0"/>
              <a:t> &gt; </a:t>
            </a:r>
            <a:r>
              <a:rPr lang="pt-BR" dirty="0" err="1"/>
              <a:t>Lalamove</a:t>
            </a:r>
            <a:r>
              <a:rPr lang="pt-BR" dirty="0"/>
              <a:t> API {</a:t>
            </a:r>
            <a:r>
              <a:rPr lang="pt-BR" dirty="0" err="1"/>
              <a:t>credentials-desired-state</a:t>
            </a:r>
            <a:r>
              <a:rPr lang="pt-BR" dirty="0"/>
              <a:t>}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C85D573-8A00-A814-9169-4CCAC8F6A335}"/>
              </a:ext>
            </a:extLst>
          </p:cNvPr>
          <p:cNvSpPr txBox="1"/>
          <p:nvPr/>
        </p:nvSpPr>
        <p:spPr>
          <a:xfrm>
            <a:off x="5753093" y="1766736"/>
            <a:ext cx="1443574" cy="24622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pt-BR" sz="1000" b="1" dirty="0" err="1"/>
              <a:t>Lalamove</a:t>
            </a:r>
            <a:r>
              <a:rPr lang="pt-BR" sz="1000" b="1" dirty="0"/>
              <a:t> </a:t>
            </a:r>
            <a:r>
              <a:rPr lang="pt-BR" sz="1000" b="1" dirty="0" err="1"/>
              <a:t>credentials</a:t>
            </a:r>
            <a:endParaRPr lang="pt-BR" sz="1000" b="1" dirty="0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5719EFF-F2CC-0EAB-486D-B48114E62F8F}"/>
              </a:ext>
            </a:extLst>
          </p:cNvPr>
          <p:cNvSpPr/>
          <p:nvPr/>
        </p:nvSpPr>
        <p:spPr>
          <a:xfrm>
            <a:off x="2751667" y="1358023"/>
            <a:ext cx="9152657" cy="5284220"/>
          </a:xfrm>
          <a:prstGeom prst="rect">
            <a:avLst/>
          </a:prstGeom>
          <a:solidFill>
            <a:schemeClr val="tx1">
              <a:lumMod val="75000"/>
              <a:lumOff val="2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F6197A9-490B-AE8B-C913-B4536D6D11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508" r="27457" b="43948"/>
          <a:stretch>
            <a:fillRect/>
          </a:stretch>
        </p:blipFill>
        <p:spPr>
          <a:xfrm>
            <a:off x="5681132" y="657546"/>
            <a:ext cx="3302001" cy="335455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D7EC893-8003-6287-A04D-4668060852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508" t="88086" r="27457" b="4482"/>
          <a:stretch>
            <a:fillRect/>
          </a:stretch>
        </p:blipFill>
        <p:spPr>
          <a:xfrm>
            <a:off x="5681132" y="3628724"/>
            <a:ext cx="3302001" cy="444801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D10147D8-0453-51FB-59E6-CD52CBED3631}"/>
              </a:ext>
            </a:extLst>
          </p:cNvPr>
          <p:cNvSpPr txBox="1"/>
          <p:nvPr/>
        </p:nvSpPr>
        <p:spPr>
          <a:xfrm>
            <a:off x="5753093" y="1766736"/>
            <a:ext cx="1761074" cy="24622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pt-BR" sz="1000" b="1" dirty="0" err="1"/>
              <a:t>Lalamove</a:t>
            </a:r>
            <a:r>
              <a:rPr lang="pt-BR" sz="1000" b="1" dirty="0"/>
              <a:t> </a:t>
            </a:r>
            <a:r>
              <a:rPr lang="pt-BR" sz="1000" b="1" dirty="0" err="1"/>
              <a:t>credentials</a:t>
            </a:r>
            <a:endParaRPr lang="pt-BR" sz="1000" b="1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AB90A7A4-582C-42D2-6355-8157479AB6BB}"/>
              </a:ext>
            </a:extLst>
          </p:cNvPr>
          <p:cNvSpPr/>
          <p:nvPr/>
        </p:nvSpPr>
        <p:spPr>
          <a:xfrm>
            <a:off x="5839883" y="2497667"/>
            <a:ext cx="2982385" cy="190501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800" dirty="0">
                <a:solidFill>
                  <a:schemeClr val="tx1"/>
                </a:solidFill>
              </a:rPr>
              <a:t>*********************ac1f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601A2FC3-69AB-28C3-6328-921AAD3CF342}"/>
              </a:ext>
            </a:extLst>
          </p:cNvPr>
          <p:cNvSpPr/>
          <p:nvPr/>
        </p:nvSpPr>
        <p:spPr>
          <a:xfrm>
            <a:off x="5842000" y="2946402"/>
            <a:ext cx="2982385" cy="190501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800" dirty="0">
                <a:solidFill>
                  <a:schemeClr val="tx1"/>
                </a:solidFill>
              </a:rPr>
              <a:t>*********************</a:t>
            </a:r>
          </a:p>
        </p:txBody>
      </p:sp>
      <p:pic>
        <p:nvPicPr>
          <p:cNvPr id="43" name="Imagem 42">
            <a:extLst>
              <a:ext uri="{FF2B5EF4-FFF2-40B4-BE49-F238E27FC236}">
                <a16:creationId xmlns:a16="http://schemas.microsoft.com/office/drawing/2014/main" id="{379EBCC2-2BD2-FE31-E8C7-BCD4EB9A10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012" t="88909" r="37118" b="6376"/>
          <a:stretch>
            <a:fillRect/>
          </a:stretch>
        </p:blipFill>
        <p:spPr>
          <a:xfrm>
            <a:off x="5703570" y="3678011"/>
            <a:ext cx="518160" cy="282114"/>
          </a:xfrm>
          <a:prstGeom prst="rect">
            <a:avLst/>
          </a:prstGeom>
        </p:spPr>
      </p:pic>
      <p:sp>
        <p:nvSpPr>
          <p:cNvPr id="44" name="CaixaDeTexto 43">
            <a:extLst>
              <a:ext uri="{FF2B5EF4-FFF2-40B4-BE49-F238E27FC236}">
                <a16:creationId xmlns:a16="http://schemas.microsoft.com/office/drawing/2014/main" id="{5028439E-0BC3-C427-E0E2-46D185CCA528}"/>
              </a:ext>
            </a:extLst>
          </p:cNvPr>
          <p:cNvSpPr txBox="1"/>
          <p:nvPr/>
        </p:nvSpPr>
        <p:spPr>
          <a:xfrm>
            <a:off x="7538990" y="3768868"/>
            <a:ext cx="339090" cy="100400"/>
          </a:xfrm>
          <a:prstGeom prst="rect">
            <a:avLst/>
          </a:prstGeom>
          <a:solidFill>
            <a:srgbClr val="FFFFFF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pt-BR" sz="600" b="1" dirty="0">
                <a:solidFill>
                  <a:srgbClr val="C00000"/>
                </a:solidFill>
              </a:rPr>
              <a:t>Remove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18C68F94-6035-2FA5-8ED3-A87FC60169CB}"/>
              </a:ext>
            </a:extLst>
          </p:cNvPr>
          <p:cNvSpPr txBox="1"/>
          <p:nvPr/>
        </p:nvSpPr>
        <p:spPr>
          <a:xfrm>
            <a:off x="8040005" y="3768868"/>
            <a:ext cx="339090" cy="100400"/>
          </a:xfrm>
          <a:prstGeom prst="rect">
            <a:avLst/>
          </a:prstGeom>
          <a:solidFill>
            <a:srgbClr val="FFFFFF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pt-BR" sz="600" b="1" dirty="0" err="1"/>
              <a:t>Edit</a:t>
            </a:r>
            <a:endParaRPr lang="pt-BR" sz="600" b="1" dirty="0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963D30E8-6A20-6282-3F0A-2B5ED43A4300}"/>
              </a:ext>
            </a:extLst>
          </p:cNvPr>
          <p:cNvSpPr txBox="1"/>
          <p:nvPr/>
        </p:nvSpPr>
        <p:spPr>
          <a:xfrm>
            <a:off x="5798184" y="2073295"/>
            <a:ext cx="2887599" cy="148769"/>
          </a:xfrm>
          <a:prstGeom prst="rect">
            <a:avLst/>
          </a:prstGeom>
          <a:solidFill>
            <a:srgbClr val="FFFFFF"/>
          </a:solidFill>
        </p:spPr>
        <p:txBody>
          <a:bodyPr wrap="none" rtlCol="0" anchor="ctr">
            <a:noAutofit/>
          </a:bodyPr>
          <a:lstStyle/>
          <a:p>
            <a:pPr algn="ctr"/>
            <a:endParaRPr lang="pt-BR" sz="600" b="1" dirty="0"/>
          </a:p>
        </p:txBody>
      </p:sp>
    </p:spTree>
    <p:extLst>
      <p:ext uri="{BB962C8B-B14F-4D97-AF65-F5344CB8AC3E}">
        <p14:creationId xmlns:p14="http://schemas.microsoft.com/office/powerpoint/2010/main" val="2872598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7ED93-70E6-7EA5-F517-A35049006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>
            <a:extLst>
              <a:ext uri="{FF2B5EF4-FFF2-40B4-BE49-F238E27FC236}">
                <a16:creationId xmlns:a16="http://schemas.microsoft.com/office/drawing/2014/main" id="{4D9EB3C7-90DD-5C41-6EB0-62893EAA9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62" y="657546"/>
            <a:ext cx="10639462" cy="5984697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EDDEB900-0889-051A-E4AC-B51ED41AE00C}"/>
              </a:ext>
            </a:extLst>
          </p:cNvPr>
          <p:cNvSpPr txBox="1"/>
          <p:nvPr/>
        </p:nvSpPr>
        <p:spPr>
          <a:xfrm>
            <a:off x="5753093" y="1766736"/>
            <a:ext cx="1443574" cy="24622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pt-BR" sz="1000" b="1" dirty="0" err="1"/>
              <a:t>Lalamove</a:t>
            </a:r>
            <a:r>
              <a:rPr lang="pt-BR" sz="1000" b="1" dirty="0"/>
              <a:t> </a:t>
            </a:r>
            <a:r>
              <a:rPr lang="pt-BR" sz="1000" b="1" dirty="0" err="1"/>
              <a:t>credentials</a:t>
            </a:r>
            <a:endParaRPr lang="pt-BR" sz="1000" b="1" dirty="0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85698F8-0ACD-A2EC-78AE-CB887B90F546}"/>
              </a:ext>
            </a:extLst>
          </p:cNvPr>
          <p:cNvSpPr/>
          <p:nvPr/>
        </p:nvSpPr>
        <p:spPr>
          <a:xfrm>
            <a:off x="2751667" y="1358023"/>
            <a:ext cx="9152657" cy="5284220"/>
          </a:xfrm>
          <a:prstGeom prst="rect">
            <a:avLst/>
          </a:prstGeom>
          <a:solidFill>
            <a:schemeClr val="tx1">
              <a:lumMod val="75000"/>
              <a:lumOff val="2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F9CCCFA-93B4-8B1B-08E5-E2088767D7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508" r="27457" b="43948"/>
          <a:stretch>
            <a:fillRect/>
          </a:stretch>
        </p:blipFill>
        <p:spPr>
          <a:xfrm>
            <a:off x="5681132" y="658649"/>
            <a:ext cx="3302001" cy="335455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52B349E3-3CEE-B95B-B661-0C77CC34A4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508" t="88086" r="27457" b="4482"/>
          <a:stretch>
            <a:fillRect/>
          </a:stretch>
        </p:blipFill>
        <p:spPr>
          <a:xfrm>
            <a:off x="5681132" y="3628724"/>
            <a:ext cx="3302001" cy="444801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5C64441F-5058-8DE9-6D1E-C340AAC041D9}"/>
              </a:ext>
            </a:extLst>
          </p:cNvPr>
          <p:cNvSpPr txBox="1"/>
          <p:nvPr/>
        </p:nvSpPr>
        <p:spPr>
          <a:xfrm>
            <a:off x="2853880" y="4295845"/>
            <a:ext cx="28272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# ‘</a:t>
            </a:r>
            <a:r>
              <a:rPr lang="pt-BR" sz="700" dirty="0" err="1"/>
              <a:t>Lalamove</a:t>
            </a:r>
            <a:r>
              <a:rPr lang="pt-BR" sz="700" dirty="0"/>
              <a:t> </a:t>
            </a:r>
            <a:r>
              <a:rPr lang="pt-BR" sz="700" dirty="0" err="1"/>
              <a:t>Preferences</a:t>
            </a:r>
            <a:r>
              <a:rPr lang="pt-BR" sz="700" dirty="0"/>
              <a:t>’ modal </a:t>
            </a:r>
            <a:r>
              <a:rPr lang="pt-BR" sz="700" dirty="0" err="1"/>
              <a:t>will</a:t>
            </a:r>
            <a:r>
              <a:rPr lang="pt-BR" sz="700" dirty="0"/>
              <a:t> </a:t>
            </a:r>
            <a:r>
              <a:rPr lang="pt-BR" sz="700" dirty="0" err="1"/>
              <a:t>be</a:t>
            </a:r>
            <a:r>
              <a:rPr lang="pt-BR" sz="700" dirty="0"/>
              <a:t> split </a:t>
            </a:r>
            <a:r>
              <a:rPr lang="pt-BR" sz="700" dirty="0" err="1"/>
              <a:t>into</a:t>
            </a:r>
            <a:r>
              <a:rPr lang="pt-BR" sz="700" dirty="0"/>
              <a:t> </a:t>
            </a:r>
            <a:r>
              <a:rPr lang="pt-BR" sz="700" dirty="0" err="1"/>
              <a:t>two</a:t>
            </a:r>
            <a:r>
              <a:rPr lang="pt-BR" sz="700" dirty="0"/>
              <a:t> </a:t>
            </a:r>
            <a:r>
              <a:rPr lang="pt-BR" sz="700" dirty="0" err="1"/>
              <a:t>modals</a:t>
            </a:r>
            <a:br>
              <a:rPr lang="pt-BR" sz="700" dirty="0"/>
            </a:br>
            <a:r>
              <a:rPr lang="pt-BR" sz="700" dirty="0"/>
              <a:t>## ‘</a:t>
            </a:r>
            <a:r>
              <a:rPr lang="pt-BR" sz="700" dirty="0" err="1"/>
              <a:t>Lalamove</a:t>
            </a:r>
            <a:r>
              <a:rPr lang="pt-BR" sz="700" dirty="0"/>
              <a:t> </a:t>
            </a:r>
            <a:r>
              <a:rPr lang="pt-BR" sz="700" dirty="0" err="1"/>
              <a:t>credentials</a:t>
            </a:r>
            <a:r>
              <a:rPr lang="pt-BR" sz="700" dirty="0"/>
              <a:t>’ (1/2)</a:t>
            </a:r>
            <a:br>
              <a:rPr lang="pt-BR" sz="700" dirty="0"/>
            </a:br>
            <a:r>
              <a:rPr lang="pt-BR" sz="700" dirty="0"/>
              <a:t>### </a:t>
            </a:r>
            <a:r>
              <a:rPr lang="pt-BR" sz="700" dirty="0" err="1"/>
              <a:t>triggered</a:t>
            </a:r>
            <a:r>
              <a:rPr lang="pt-BR" sz="700" dirty="0"/>
              <a:t> </a:t>
            </a:r>
            <a:r>
              <a:rPr lang="pt-BR" sz="700" dirty="0" err="1"/>
              <a:t>by</a:t>
            </a:r>
            <a:r>
              <a:rPr lang="pt-BR" sz="700" dirty="0"/>
              <a:t> </a:t>
            </a:r>
            <a:r>
              <a:rPr lang="pt-BR" sz="700" dirty="0" err="1"/>
              <a:t>clicking</a:t>
            </a:r>
            <a:r>
              <a:rPr lang="pt-BR" sz="700" dirty="0"/>
              <a:t> </a:t>
            </a:r>
            <a:r>
              <a:rPr lang="pt-BR" sz="700" dirty="0" err="1"/>
              <a:t>at</a:t>
            </a:r>
            <a:r>
              <a:rPr lang="pt-BR" sz="700" dirty="0"/>
              <a:t> </a:t>
            </a:r>
            <a:r>
              <a:rPr lang="pt-BR" sz="700" dirty="0" err="1"/>
              <a:t>Credentials</a:t>
            </a:r>
            <a:r>
              <a:rPr lang="pt-BR" sz="700" dirty="0"/>
              <a:t> </a:t>
            </a:r>
            <a:r>
              <a:rPr lang="pt-BR" sz="700" dirty="0" err="1"/>
              <a:t>column</a:t>
            </a:r>
            <a:r>
              <a:rPr lang="pt-BR" sz="700" dirty="0"/>
              <a:t> </a:t>
            </a:r>
            <a:r>
              <a:rPr lang="pt-BR" sz="700" dirty="0" err="1"/>
              <a:t>content</a:t>
            </a:r>
            <a:r>
              <a:rPr lang="pt-BR" sz="700" dirty="0"/>
              <a:t>(</a:t>
            </a:r>
            <a:r>
              <a:rPr lang="pt-BR" sz="700" dirty="0" err="1"/>
              <a:t>see</a:t>
            </a:r>
            <a:r>
              <a:rPr lang="pt-BR" sz="700" dirty="0"/>
              <a:t> </a:t>
            </a:r>
            <a:r>
              <a:rPr lang="pt-BR" sz="700" dirty="0" err="1"/>
              <a:t>page</a:t>
            </a:r>
            <a:r>
              <a:rPr lang="pt-BR" sz="700" dirty="0"/>
              <a:t> 3)</a:t>
            </a:r>
            <a:br>
              <a:rPr lang="pt-BR" sz="700" dirty="0"/>
            </a:br>
            <a:r>
              <a:rPr lang="pt-BR" sz="700" dirty="0"/>
              <a:t>#### ‘</a:t>
            </a:r>
            <a:r>
              <a:rPr lang="pt-BR" sz="700" dirty="0" err="1"/>
              <a:t>Add</a:t>
            </a:r>
            <a:r>
              <a:rPr lang="pt-BR" sz="700" dirty="0"/>
              <a:t>’ </a:t>
            </a:r>
            <a:r>
              <a:rPr lang="pt-BR" sz="700" dirty="0" err="1"/>
              <a:t>when</a:t>
            </a:r>
            <a:r>
              <a:rPr lang="pt-BR" sz="700" dirty="0"/>
              <a:t> no </a:t>
            </a:r>
            <a:r>
              <a:rPr lang="pt-BR" sz="700" dirty="0" err="1"/>
              <a:t>credentials</a:t>
            </a:r>
            <a:r>
              <a:rPr lang="pt-BR" sz="700" dirty="0"/>
              <a:t> </a:t>
            </a:r>
            <a:r>
              <a:rPr lang="pt-BR" sz="700" dirty="0" err="1"/>
              <a:t>exist</a:t>
            </a:r>
            <a:br>
              <a:rPr lang="pt-BR" sz="700" dirty="0"/>
            </a:br>
            <a:r>
              <a:rPr lang="pt-BR" sz="700" dirty="0"/>
              <a:t>#### ‘****ac1f’ </a:t>
            </a:r>
            <a:r>
              <a:rPr lang="pt-BR" sz="700" dirty="0" err="1"/>
              <a:t>when</a:t>
            </a:r>
            <a:r>
              <a:rPr lang="pt-BR" sz="700" dirty="0"/>
              <a:t> </a:t>
            </a:r>
            <a:r>
              <a:rPr lang="pt-BR" sz="700" dirty="0" err="1"/>
              <a:t>credentials</a:t>
            </a:r>
            <a:r>
              <a:rPr lang="pt-BR" sz="700" dirty="0"/>
              <a:t> </a:t>
            </a:r>
            <a:r>
              <a:rPr lang="pt-BR" sz="700" dirty="0" err="1"/>
              <a:t>already</a:t>
            </a:r>
            <a:r>
              <a:rPr lang="pt-BR" sz="700" dirty="0"/>
              <a:t> </a:t>
            </a:r>
            <a:r>
              <a:rPr lang="pt-BR" sz="700" dirty="0" err="1"/>
              <a:t>exist</a:t>
            </a:r>
            <a:br>
              <a:rPr lang="pt-BR" sz="700" dirty="0"/>
            </a:br>
            <a:r>
              <a:rPr lang="pt-BR" sz="700" dirty="0"/>
              <a:t>### remove </a:t>
            </a:r>
            <a:r>
              <a:rPr lang="pt-BR" sz="700" dirty="0" err="1"/>
              <a:t>text</a:t>
            </a:r>
            <a:r>
              <a:rPr lang="pt-BR" sz="700" dirty="0"/>
              <a:t> ‘</a:t>
            </a:r>
            <a:r>
              <a:rPr lang="en-US" sz="700" dirty="0"/>
              <a:t>Secrets are encrypted at rest and never returned to the UI after saving.’ from modal</a:t>
            </a:r>
          </a:p>
          <a:p>
            <a:br>
              <a:rPr lang="en-US" sz="700" dirty="0"/>
            </a:br>
            <a:r>
              <a:rPr lang="en-US" sz="700" dirty="0"/>
              <a:t>## fields to keep on current modal</a:t>
            </a:r>
            <a:br>
              <a:rPr lang="en-US" sz="700" dirty="0"/>
            </a:br>
            <a:r>
              <a:rPr lang="en-US" sz="700" dirty="0"/>
              <a:t>### </a:t>
            </a:r>
            <a:r>
              <a:rPr lang="en-US" sz="700" dirty="0" err="1"/>
              <a:t>Lalamove</a:t>
            </a:r>
            <a:r>
              <a:rPr lang="en-US" sz="700" dirty="0"/>
              <a:t> API key</a:t>
            </a:r>
            <a:br>
              <a:rPr lang="en-US" sz="700" dirty="0"/>
            </a:br>
            <a:r>
              <a:rPr lang="en-US" sz="700" dirty="0"/>
              <a:t>### </a:t>
            </a:r>
            <a:r>
              <a:rPr lang="en-US" sz="700" dirty="0" err="1"/>
              <a:t>Lalamove</a:t>
            </a:r>
            <a:r>
              <a:rPr lang="en-US" sz="700" dirty="0"/>
              <a:t> API secret</a:t>
            </a:r>
            <a:br>
              <a:rPr lang="en-US" sz="700" dirty="0"/>
            </a:br>
            <a:r>
              <a:rPr lang="en-US" sz="700" dirty="0"/>
              <a:t>### Market</a:t>
            </a:r>
            <a:br>
              <a:rPr lang="en-US" sz="700" dirty="0"/>
            </a:br>
            <a:r>
              <a:rPr lang="en-US" sz="700" dirty="0"/>
              <a:t>## fields to remove (will move to new modal)</a:t>
            </a:r>
            <a:br>
              <a:rPr lang="en-US" sz="700" dirty="0"/>
            </a:br>
            <a:r>
              <a:rPr lang="en-US" sz="700" dirty="0"/>
              <a:t>### Preferred vehicle + max orders</a:t>
            </a:r>
            <a:br>
              <a:rPr lang="en-US" sz="700" dirty="0"/>
            </a:br>
            <a:r>
              <a:rPr lang="en-US" sz="700" dirty="0"/>
              <a:t>### 2</a:t>
            </a:r>
            <a:r>
              <a:rPr lang="en-US" sz="700" baseline="30000" dirty="0"/>
              <a:t>nd</a:t>
            </a:r>
            <a:r>
              <a:rPr lang="en-US" sz="700" dirty="0"/>
              <a:t> option + max orders</a:t>
            </a:r>
            <a:br>
              <a:rPr lang="en-US" sz="700" dirty="0"/>
            </a:br>
            <a:r>
              <a:rPr lang="en-US" sz="700" dirty="0"/>
              <a:t>### special requests</a:t>
            </a:r>
          </a:p>
          <a:p>
            <a:br>
              <a:rPr lang="pt-BR" sz="700" dirty="0"/>
            </a:br>
            <a:endParaRPr lang="pt-BR" sz="700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5006D61-6A12-F57B-F31A-113FC7AF55D5}"/>
              </a:ext>
            </a:extLst>
          </p:cNvPr>
          <p:cNvSpPr txBox="1"/>
          <p:nvPr/>
        </p:nvSpPr>
        <p:spPr>
          <a:xfrm>
            <a:off x="5753093" y="1766736"/>
            <a:ext cx="1761074" cy="24622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pt-BR" sz="1000" b="1" dirty="0" err="1"/>
              <a:t>Lalamove</a:t>
            </a:r>
            <a:r>
              <a:rPr lang="pt-BR" sz="1000" b="1" dirty="0"/>
              <a:t> </a:t>
            </a:r>
            <a:r>
              <a:rPr lang="pt-BR" sz="1000" b="1" dirty="0" err="1"/>
              <a:t>credentials</a:t>
            </a:r>
            <a:endParaRPr lang="pt-BR" sz="1000" b="1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54527FA6-938D-4B06-7372-91295B833FEF}"/>
              </a:ext>
            </a:extLst>
          </p:cNvPr>
          <p:cNvSpPr/>
          <p:nvPr/>
        </p:nvSpPr>
        <p:spPr>
          <a:xfrm>
            <a:off x="5839883" y="2497667"/>
            <a:ext cx="2982385" cy="190501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800" dirty="0">
                <a:solidFill>
                  <a:schemeClr val="tx1"/>
                </a:solidFill>
              </a:rPr>
              <a:t>*********************ac1f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1F66E9C4-8C05-B668-4B5E-654F6FA30A1F}"/>
              </a:ext>
            </a:extLst>
          </p:cNvPr>
          <p:cNvSpPr/>
          <p:nvPr/>
        </p:nvSpPr>
        <p:spPr>
          <a:xfrm>
            <a:off x="5842000" y="2946402"/>
            <a:ext cx="2982385" cy="190501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800" dirty="0">
                <a:solidFill>
                  <a:schemeClr val="tx1"/>
                </a:solidFill>
              </a:rPr>
              <a:t>*********************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A79F209-70AD-32B8-8416-667DF29F6748}"/>
              </a:ext>
            </a:extLst>
          </p:cNvPr>
          <p:cNvSpPr txBox="1"/>
          <p:nvPr/>
        </p:nvSpPr>
        <p:spPr>
          <a:xfrm>
            <a:off x="4273185" y="5826407"/>
            <a:ext cx="3435350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When </a:t>
            </a:r>
            <a:r>
              <a:rPr lang="pt-BR" sz="700" dirty="0" err="1"/>
              <a:t>Lalamove</a:t>
            </a:r>
            <a:r>
              <a:rPr lang="pt-BR" sz="700" dirty="0"/>
              <a:t> </a:t>
            </a:r>
            <a:r>
              <a:rPr lang="pt-BR" sz="700" dirty="0" err="1"/>
              <a:t>credentials</a:t>
            </a:r>
            <a:r>
              <a:rPr lang="pt-BR" sz="700" dirty="0"/>
              <a:t> </a:t>
            </a:r>
            <a:r>
              <a:rPr lang="pt-BR" sz="700" dirty="0" err="1"/>
              <a:t>already</a:t>
            </a:r>
            <a:r>
              <a:rPr lang="pt-BR" sz="700" dirty="0"/>
              <a:t> </a:t>
            </a:r>
            <a:r>
              <a:rPr lang="pt-BR" sz="700" dirty="0" err="1"/>
              <a:t>exist</a:t>
            </a:r>
            <a:br>
              <a:rPr lang="pt-BR" sz="700" dirty="0"/>
            </a:br>
            <a:r>
              <a:rPr lang="pt-BR" sz="700" dirty="0"/>
              <a:t># display  </a:t>
            </a:r>
            <a:r>
              <a:rPr lang="pt-BR" sz="700" dirty="0" err="1"/>
              <a:t>Lalamove</a:t>
            </a:r>
            <a:r>
              <a:rPr lang="pt-BR" sz="700" dirty="0"/>
              <a:t> API </a:t>
            </a:r>
            <a:r>
              <a:rPr lang="pt-BR" sz="700" dirty="0" err="1"/>
              <a:t>key</a:t>
            </a:r>
            <a:r>
              <a:rPr lang="pt-BR" sz="700" dirty="0"/>
              <a:t> in</a:t>
            </a:r>
            <a:br>
              <a:rPr lang="pt-BR" sz="700" dirty="0"/>
            </a:br>
            <a:r>
              <a:rPr lang="pt-BR" sz="700" dirty="0"/>
              <a:t>## </a:t>
            </a:r>
            <a:r>
              <a:rPr lang="pt-BR" sz="700" dirty="0" err="1"/>
              <a:t>semi-Hidden</a:t>
            </a:r>
            <a:r>
              <a:rPr lang="pt-BR" sz="700" dirty="0"/>
              <a:t> </a:t>
            </a:r>
            <a:r>
              <a:rPr lang="pt-BR" sz="700" dirty="0" err="1"/>
              <a:t>format</a:t>
            </a:r>
            <a:r>
              <a:rPr lang="pt-BR" sz="700" dirty="0"/>
              <a:t>: ‘* x (total-</a:t>
            </a:r>
            <a:r>
              <a:rPr lang="pt-BR" sz="700" dirty="0" err="1"/>
              <a:t>chareacters</a:t>
            </a:r>
            <a:r>
              <a:rPr lang="pt-BR" sz="700" dirty="0"/>
              <a:t> – 4){</a:t>
            </a:r>
            <a:r>
              <a:rPr lang="pt-BR" sz="700" dirty="0" err="1"/>
              <a:t>last</a:t>
            </a:r>
            <a:r>
              <a:rPr lang="pt-BR" sz="700" dirty="0"/>
              <a:t> 4-digit); </a:t>
            </a:r>
            <a:r>
              <a:rPr lang="pt-BR" sz="700" dirty="0" err="1"/>
              <a:t>eg</a:t>
            </a:r>
            <a:r>
              <a:rPr lang="pt-BR" sz="700" dirty="0"/>
              <a:t>.: ‘</a:t>
            </a:r>
            <a:r>
              <a:rPr lang="pt-BR" sz="700" dirty="0">
                <a:solidFill>
                  <a:schemeClr val="tx1"/>
                </a:solidFill>
              </a:rPr>
              <a:t>*********************ac1f’</a:t>
            </a:r>
            <a:br>
              <a:rPr lang="pt-BR" sz="700" dirty="0">
                <a:solidFill>
                  <a:schemeClr val="tx1"/>
                </a:solidFill>
              </a:rPr>
            </a:br>
            <a:r>
              <a:rPr lang="pt-BR" sz="700" dirty="0">
                <a:solidFill>
                  <a:schemeClr val="tx1"/>
                </a:solidFill>
              </a:rPr>
              <a:t>## </a:t>
            </a:r>
            <a:r>
              <a:rPr lang="pt-BR" sz="700" dirty="0" err="1"/>
              <a:t>uneditable</a:t>
            </a:r>
            <a:r>
              <a:rPr lang="pt-BR" sz="700" dirty="0"/>
              <a:t> </a:t>
            </a:r>
            <a:r>
              <a:rPr lang="pt-BR" sz="700" dirty="0" err="1"/>
              <a:t>field</a:t>
            </a:r>
            <a:endParaRPr lang="pt-BR" sz="700" dirty="0">
              <a:solidFill>
                <a:schemeClr val="tx1"/>
              </a:solidFill>
            </a:endParaRPr>
          </a:p>
          <a:p>
            <a:r>
              <a:rPr lang="pt-BR" sz="700" dirty="0"/>
              <a:t># display  </a:t>
            </a:r>
            <a:r>
              <a:rPr lang="pt-BR" sz="700" dirty="0" err="1"/>
              <a:t>Lalamove</a:t>
            </a:r>
            <a:r>
              <a:rPr lang="pt-BR" sz="700" dirty="0"/>
              <a:t> API </a:t>
            </a:r>
            <a:r>
              <a:rPr lang="pt-BR" sz="700" dirty="0" err="1"/>
              <a:t>secret</a:t>
            </a:r>
            <a:r>
              <a:rPr lang="pt-BR" sz="700" dirty="0"/>
              <a:t> in</a:t>
            </a:r>
            <a:br>
              <a:rPr lang="pt-BR" sz="700" dirty="0"/>
            </a:br>
            <a:r>
              <a:rPr lang="pt-BR" sz="700" dirty="0"/>
              <a:t>## </a:t>
            </a:r>
            <a:r>
              <a:rPr lang="pt-BR" sz="700" dirty="0" err="1"/>
              <a:t>totally</a:t>
            </a:r>
            <a:r>
              <a:rPr lang="pt-BR" sz="700" dirty="0"/>
              <a:t>-Hidden </a:t>
            </a:r>
            <a:r>
              <a:rPr lang="pt-BR" sz="700" dirty="0" err="1"/>
              <a:t>format</a:t>
            </a:r>
            <a:r>
              <a:rPr lang="pt-BR" sz="700" dirty="0"/>
              <a:t> ‘***********’</a:t>
            </a:r>
            <a:br>
              <a:rPr lang="pt-BR" sz="700" dirty="0"/>
            </a:br>
            <a:r>
              <a:rPr lang="pt-BR" sz="700" dirty="0"/>
              <a:t>## </a:t>
            </a:r>
            <a:r>
              <a:rPr lang="pt-BR" sz="700" dirty="0" err="1"/>
              <a:t>uneditable</a:t>
            </a:r>
            <a:r>
              <a:rPr lang="pt-BR" sz="700" dirty="0"/>
              <a:t> </a:t>
            </a:r>
            <a:r>
              <a:rPr lang="pt-BR" sz="700" dirty="0" err="1"/>
              <a:t>field</a:t>
            </a:r>
            <a:br>
              <a:rPr lang="pt-BR" sz="700" dirty="0"/>
            </a:br>
            <a:br>
              <a:rPr lang="pt-BR" sz="700" dirty="0">
                <a:solidFill>
                  <a:schemeClr val="tx1"/>
                </a:solidFill>
              </a:rPr>
            </a:br>
            <a:endParaRPr lang="pt-BR" sz="800" dirty="0">
              <a:solidFill>
                <a:schemeClr val="tx1"/>
              </a:solidFill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983B93D-1332-CB87-296F-A084B0C69642}"/>
              </a:ext>
            </a:extLst>
          </p:cNvPr>
          <p:cNvSpPr/>
          <p:nvPr/>
        </p:nvSpPr>
        <p:spPr>
          <a:xfrm>
            <a:off x="5753093" y="2314437"/>
            <a:ext cx="3175007" cy="9148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315B38AC-F507-A8C6-42EE-4A73777E7B86}"/>
              </a:ext>
            </a:extLst>
          </p:cNvPr>
          <p:cNvCxnSpPr>
            <a:cxnSpLocks/>
            <a:stCxn id="30" idx="2"/>
            <a:endCxn id="29" idx="0"/>
          </p:cNvCxnSpPr>
          <p:nvPr/>
        </p:nvCxnSpPr>
        <p:spPr>
          <a:xfrm flipH="1">
            <a:off x="5990860" y="3229276"/>
            <a:ext cx="1349737" cy="25971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6D5B65F2-FBDA-65A3-D2E4-E1C6EFA6CBF8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7340597" y="3974346"/>
            <a:ext cx="1506519" cy="14313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Imagem 42">
            <a:extLst>
              <a:ext uri="{FF2B5EF4-FFF2-40B4-BE49-F238E27FC236}">
                <a16:creationId xmlns:a16="http://schemas.microsoft.com/office/drawing/2014/main" id="{EF1CA866-DF6A-504C-F694-2C73EE78F5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012" t="88909" r="37118" b="6376"/>
          <a:stretch>
            <a:fillRect/>
          </a:stretch>
        </p:blipFill>
        <p:spPr>
          <a:xfrm>
            <a:off x="5703570" y="3678011"/>
            <a:ext cx="518160" cy="282114"/>
          </a:xfrm>
          <a:prstGeom prst="rect">
            <a:avLst/>
          </a:prstGeom>
        </p:spPr>
      </p:pic>
      <p:sp>
        <p:nvSpPr>
          <p:cNvPr id="36" name="Retângulo 35">
            <a:extLst>
              <a:ext uri="{FF2B5EF4-FFF2-40B4-BE49-F238E27FC236}">
                <a16:creationId xmlns:a16="http://schemas.microsoft.com/office/drawing/2014/main" id="{E97667E5-4EE3-DB04-9FB3-29068986A973}"/>
              </a:ext>
            </a:extLst>
          </p:cNvPr>
          <p:cNvSpPr/>
          <p:nvPr/>
        </p:nvSpPr>
        <p:spPr>
          <a:xfrm>
            <a:off x="5740491" y="3642947"/>
            <a:ext cx="3175007" cy="3313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332084A-D46B-A617-D7D4-F7BAF3120E13}"/>
              </a:ext>
            </a:extLst>
          </p:cNvPr>
          <p:cNvSpPr txBox="1"/>
          <p:nvPr/>
        </p:nvSpPr>
        <p:spPr>
          <a:xfrm>
            <a:off x="7538990" y="3768868"/>
            <a:ext cx="339090" cy="100400"/>
          </a:xfrm>
          <a:prstGeom prst="rect">
            <a:avLst/>
          </a:prstGeom>
          <a:solidFill>
            <a:srgbClr val="FFFFFF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pt-BR" sz="600" b="1" dirty="0">
                <a:solidFill>
                  <a:srgbClr val="C00000"/>
                </a:solidFill>
              </a:rPr>
              <a:t>Remove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575CA7B-95BD-982A-6D72-828E6E09CF23}"/>
              </a:ext>
            </a:extLst>
          </p:cNvPr>
          <p:cNvSpPr txBox="1"/>
          <p:nvPr/>
        </p:nvSpPr>
        <p:spPr>
          <a:xfrm>
            <a:off x="8040005" y="3768868"/>
            <a:ext cx="339090" cy="100400"/>
          </a:xfrm>
          <a:prstGeom prst="rect">
            <a:avLst/>
          </a:prstGeom>
          <a:solidFill>
            <a:srgbClr val="FFFFFF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pt-BR" sz="600" b="1" dirty="0" err="1"/>
              <a:t>Edit</a:t>
            </a:r>
            <a:endParaRPr lang="pt-BR" sz="600" b="1" dirty="0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5E37DDE6-5FCA-17CB-16DA-B407C0365DFA}"/>
              </a:ext>
            </a:extLst>
          </p:cNvPr>
          <p:cNvSpPr txBox="1"/>
          <p:nvPr/>
        </p:nvSpPr>
        <p:spPr>
          <a:xfrm>
            <a:off x="7129441" y="5405729"/>
            <a:ext cx="34353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Reorganize </a:t>
            </a:r>
            <a:r>
              <a:rPr lang="pt-BR" sz="700" dirty="0" err="1"/>
              <a:t>buttons</a:t>
            </a:r>
            <a:r>
              <a:rPr lang="pt-BR" sz="700" dirty="0"/>
              <a:t>:</a:t>
            </a:r>
            <a:br>
              <a:rPr lang="pt-BR" sz="700" dirty="0"/>
            </a:br>
            <a:r>
              <a:rPr lang="pt-BR" sz="700" dirty="0"/>
              <a:t># </a:t>
            </a:r>
            <a:r>
              <a:rPr lang="pt-BR" sz="700" dirty="0" err="1"/>
              <a:t>Cancel</a:t>
            </a:r>
            <a:r>
              <a:rPr lang="pt-BR" sz="700" dirty="0"/>
              <a:t>: </a:t>
            </a:r>
            <a:r>
              <a:rPr lang="pt-BR" sz="700" dirty="0" err="1"/>
              <a:t>align</a:t>
            </a:r>
            <a:r>
              <a:rPr lang="pt-BR" sz="700" dirty="0"/>
              <a:t> </a:t>
            </a:r>
            <a:r>
              <a:rPr lang="pt-BR" sz="700" dirty="0" err="1"/>
              <a:t>to</a:t>
            </a:r>
            <a:r>
              <a:rPr lang="pt-BR" sz="700" dirty="0"/>
              <a:t> </a:t>
            </a:r>
            <a:r>
              <a:rPr lang="pt-BR" sz="700" dirty="0" err="1"/>
              <a:t>left</a:t>
            </a:r>
            <a:r>
              <a:rPr lang="pt-BR" sz="700" dirty="0"/>
              <a:t> </a:t>
            </a:r>
            <a:r>
              <a:rPr lang="pt-BR" sz="700" dirty="0" err="1"/>
              <a:t>of</a:t>
            </a:r>
            <a:r>
              <a:rPr lang="pt-BR" sz="700" dirty="0"/>
              <a:t> </a:t>
            </a:r>
            <a:r>
              <a:rPr lang="pt-BR" sz="700" dirty="0" err="1"/>
              <a:t>block</a:t>
            </a:r>
            <a:br>
              <a:rPr lang="pt-BR" sz="700" dirty="0"/>
            </a:br>
            <a:r>
              <a:rPr lang="pt-BR" sz="700" dirty="0"/>
              <a:t># </a:t>
            </a:r>
            <a:r>
              <a:rPr lang="pt-BR" sz="700" dirty="0" err="1"/>
              <a:t>Edit</a:t>
            </a:r>
            <a:r>
              <a:rPr lang="pt-BR" sz="700" dirty="0"/>
              <a:t>: include new </a:t>
            </a:r>
            <a:r>
              <a:rPr lang="pt-BR" sz="700" dirty="0" err="1"/>
              <a:t>button</a:t>
            </a:r>
            <a:br>
              <a:rPr lang="pt-BR" sz="700" dirty="0"/>
            </a:br>
            <a:r>
              <a:rPr lang="pt-BR" sz="700" dirty="0"/>
              <a:t>## </a:t>
            </a:r>
            <a:r>
              <a:rPr lang="pt-BR" sz="700" dirty="0" err="1"/>
              <a:t>secondary-style</a:t>
            </a:r>
            <a:br>
              <a:rPr lang="pt-BR" sz="700" dirty="0"/>
            </a:br>
            <a:r>
              <a:rPr lang="pt-BR" sz="700" dirty="0"/>
              <a:t>## </a:t>
            </a:r>
            <a:r>
              <a:rPr lang="pt-BR" sz="700" dirty="0" err="1"/>
              <a:t>between</a:t>
            </a:r>
            <a:r>
              <a:rPr lang="pt-BR" sz="700" dirty="0"/>
              <a:t> Remove </a:t>
            </a:r>
            <a:r>
              <a:rPr lang="pt-BR" sz="700" dirty="0" err="1"/>
              <a:t>and</a:t>
            </a:r>
            <a:r>
              <a:rPr lang="pt-BR" sz="700" dirty="0"/>
              <a:t> </a:t>
            </a:r>
            <a:r>
              <a:rPr lang="pt-BR" sz="700" dirty="0" err="1"/>
              <a:t>Save</a:t>
            </a:r>
            <a:br>
              <a:rPr lang="pt-BR" sz="700" dirty="0"/>
            </a:br>
            <a:r>
              <a:rPr lang="pt-BR" sz="700" dirty="0"/>
              <a:t>## </a:t>
            </a:r>
            <a:r>
              <a:rPr lang="pt-BR" sz="700" dirty="0" err="1"/>
              <a:t>unlocks</a:t>
            </a:r>
            <a:r>
              <a:rPr lang="pt-BR" sz="700" dirty="0"/>
              <a:t> API Key </a:t>
            </a:r>
            <a:r>
              <a:rPr lang="pt-BR" sz="700" dirty="0" err="1"/>
              <a:t>and</a:t>
            </a:r>
            <a:r>
              <a:rPr lang="pt-BR" sz="700" dirty="0"/>
              <a:t> API </a:t>
            </a:r>
            <a:r>
              <a:rPr lang="pt-BR" sz="700" dirty="0" err="1"/>
              <a:t>secret</a:t>
            </a:r>
            <a:r>
              <a:rPr lang="pt-BR" sz="700" dirty="0"/>
              <a:t> </a:t>
            </a:r>
            <a:r>
              <a:rPr lang="pt-BR" sz="700" dirty="0" err="1"/>
              <a:t>fields</a:t>
            </a:r>
            <a:br>
              <a:rPr lang="pt-BR" sz="700" dirty="0"/>
            </a:br>
            <a:r>
              <a:rPr lang="pt-BR" sz="700" dirty="0"/>
              <a:t>### </a:t>
            </a:r>
            <a:r>
              <a:rPr lang="pt-BR" sz="700" dirty="0" err="1"/>
              <a:t>when</a:t>
            </a:r>
            <a:r>
              <a:rPr lang="pt-BR" sz="700" dirty="0"/>
              <a:t> </a:t>
            </a:r>
            <a:r>
              <a:rPr lang="pt-BR" sz="700" dirty="0" err="1"/>
              <a:t>unlocked</a:t>
            </a:r>
            <a:r>
              <a:rPr lang="pt-BR" sz="700" dirty="0"/>
              <a:t>, click </a:t>
            </a:r>
            <a:r>
              <a:rPr lang="pt-BR" sz="700" dirty="0" err="1"/>
              <a:t>erases</a:t>
            </a:r>
            <a:r>
              <a:rPr lang="pt-BR" sz="700" dirty="0"/>
              <a:t> </a:t>
            </a:r>
            <a:r>
              <a:rPr lang="pt-BR" sz="700" dirty="0" err="1"/>
              <a:t>current</a:t>
            </a:r>
            <a:r>
              <a:rPr lang="pt-BR" sz="700" dirty="0"/>
              <a:t> </a:t>
            </a:r>
            <a:r>
              <a:rPr lang="pt-BR" sz="700" dirty="0" err="1"/>
              <a:t>content</a:t>
            </a:r>
            <a:r>
              <a:rPr lang="pt-BR" sz="700" dirty="0"/>
              <a:t> ( API Keys are </a:t>
            </a:r>
            <a:r>
              <a:rPr lang="pt-BR" sz="700" dirty="0" err="1"/>
              <a:t>never</a:t>
            </a:r>
            <a:r>
              <a:rPr lang="pt-BR" sz="700" dirty="0"/>
              <a:t> </a:t>
            </a:r>
            <a:r>
              <a:rPr lang="pt-BR" sz="700" dirty="0" err="1"/>
              <a:t>reviewed</a:t>
            </a:r>
            <a:r>
              <a:rPr lang="pt-BR" sz="700" dirty="0"/>
              <a:t>)</a:t>
            </a:r>
            <a:endParaRPr lang="pt-BR" sz="800" dirty="0">
              <a:solidFill>
                <a:schemeClr val="tx1"/>
              </a:solidFill>
            </a:endParaRP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D1B86BD6-12C0-4DDF-15F4-E84D735D1109}"/>
              </a:ext>
            </a:extLst>
          </p:cNvPr>
          <p:cNvSpPr txBox="1"/>
          <p:nvPr/>
        </p:nvSpPr>
        <p:spPr>
          <a:xfrm>
            <a:off x="5798184" y="2073295"/>
            <a:ext cx="2887599" cy="148769"/>
          </a:xfrm>
          <a:prstGeom prst="rect">
            <a:avLst/>
          </a:prstGeom>
          <a:solidFill>
            <a:srgbClr val="FFFFFF"/>
          </a:solidFill>
        </p:spPr>
        <p:txBody>
          <a:bodyPr wrap="none" rtlCol="0" anchor="ctr">
            <a:noAutofit/>
          </a:bodyPr>
          <a:lstStyle/>
          <a:p>
            <a:pPr algn="ctr"/>
            <a:endParaRPr lang="pt-BR" sz="6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FD46E40-88D2-6295-5203-DBC327F1E8C4}"/>
              </a:ext>
            </a:extLst>
          </p:cNvPr>
          <p:cNvSpPr txBox="1"/>
          <p:nvPr/>
        </p:nvSpPr>
        <p:spPr>
          <a:xfrm>
            <a:off x="534256" y="215757"/>
            <a:ext cx="8122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Omnify</a:t>
            </a:r>
            <a:r>
              <a:rPr lang="pt-BR" dirty="0"/>
              <a:t> &gt; Settings &gt; </a:t>
            </a:r>
            <a:r>
              <a:rPr lang="pt-BR" dirty="0" err="1"/>
              <a:t>Providers</a:t>
            </a:r>
            <a:r>
              <a:rPr lang="pt-BR" dirty="0"/>
              <a:t> &gt; </a:t>
            </a:r>
            <a:r>
              <a:rPr lang="pt-BR" dirty="0" err="1"/>
              <a:t>Lalamove</a:t>
            </a:r>
            <a:r>
              <a:rPr lang="pt-BR" dirty="0"/>
              <a:t> API {</a:t>
            </a:r>
            <a:r>
              <a:rPr lang="pt-BR" dirty="0" err="1"/>
              <a:t>credentials-desired-state_details</a:t>
            </a:r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2303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2F1FB-688F-FFDA-4F73-A6B541732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E835C84-891E-D621-FA04-56FD7EAE5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862" y="657546"/>
            <a:ext cx="10639462" cy="5984697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9403500-7245-CDAF-6D30-35276BB09448}"/>
              </a:ext>
            </a:extLst>
          </p:cNvPr>
          <p:cNvSpPr/>
          <p:nvPr/>
        </p:nvSpPr>
        <p:spPr>
          <a:xfrm>
            <a:off x="2751667" y="1358023"/>
            <a:ext cx="9152657" cy="5284220"/>
          </a:xfrm>
          <a:prstGeom prst="rect">
            <a:avLst/>
          </a:prstGeom>
          <a:solidFill>
            <a:schemeClr val="tx1">
              <a:lumMod val="75000"/>
              <a:lumOff val="2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A34BF90-3AB7-AD84-A2DA-D6340186D6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588" r="27424" b="42864"/>
          <a:stretch>
            <a:fillRect/>
          </a:stretch>
        </p:blipFill>
        <p:spPr>
          <a:xfrm>
            <a:off x="5689600" y="656842"/>
            <a:ext cx="3296921" cy="3419442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0F93DDC-859E-BE59-7454-C6776445F717}"/>
              </a:ext>
            </a:extLst>
          </p:cNvPr>
          <p:cNvSpPr txBox="1"/>
          <p:nvPr/>
        </p:nvSpPr>
        <p:spPr>
          <a:xfrm>
            <a:off x="5753093" y="1766736"/>
            <a:ext cx="1761074" cy="24622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pt-BR" sz="1000" b="1" dirty="0" err="1"/>
              <a:t>Lalamove</a:t>
            </a:r>
            <a:r>
              <a:rPr lang="pt-BR" sz="1000" b="1" dirty="0"/>
              <a:t> </a:t>
            </a:r>
            <a:r>
              <a:rPr lang="pt-BR" sz="1000" b="1" dirty="0" err="1"/>
              <a:t>preferences</a:t>
            </a:r>
            <a:endParaRPr lang="pt-BR" sz="1000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F1FA433-6DC9-A4F4-4A66-8958F2A833E7}"/>
              </a:ext>
            </a:extLst>
          </p:cNvPr>
          <p:cNvSpPr txBox="1"/>
          <p:nvPr/>
        </p:nvSpPr>
        <p:spPr>
          <a:xfrm>
            <a:off x="534256" y="215757"/>
            <a:ext cx="9232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Omnify</a:t>
            </a:r>
            <a:r>
              <a:rPr lang="pt-BR" dirty="0"/>
              <a:t> &gt; Settings &gt; </a:t>
            </a:r>
            <a:r>
              <a:rPr lang="pt-BR" dirty="0" err="1"/>
              <a:t>Providers</a:t>
            </a:r>
            <a:r>
              <a:rPr lang="pt-BR" dirty="0"/>
              <a:t> &gt; </a:t>
            </a:r>
            <a:r>
              <a:rPr lang="pt-BR" dirty="0" err="1"/>
              <a:t>Lalamove</a:t>
            </a:r>
            <a:r>
              <a:rPr lang="pt-BR" dirty="0"/>
              <a:t> API new modal {</a:t>
            </a:r>
            <a:r>
              <a:rPr lang="pt-BR" dirty="0" err="1"/>
              <a:t>lalamove-preferences_collapsed</a:t>
            </a:r>
            <a:r>
              <a:rPr lang="pt-BR" dirty="0"/>
              <a:t>}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15F98F3-0423-3C52-6AC4-C0FCA8997D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588" t="49667" r="27426" b="23958"/>
          <a:stretch>
            <a:fillRect/>
          </a:stretch>
        </p:blipFill>
        <p:spPr>
          <a:xfrm>
            <a:off x="5689601" y="2030191"/>
            <a:ext cx="3296920" cy="157864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57A0221B-978A-17CB-1850-3C7A4A9A0D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589" t="80842" r="27426" b="4643"/>
          <a:stretch>
            <a:fillRect/>
          </a:stretch>
        </p:blipFill>
        <p:spPr>
          <a:xfrm>
            <a:off x="5689601" y="3596847"/>
            <a:ext cx="3296920" cy="86868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ABE9B200-9312-E3B1-07AE-D4B4F50AF7D8}"/>
              </a:ext>
            </a:extLst>
          </p:cNvPr>
          <p:cNvSpPr txBox="1"/>
          <p:nvPr/>
        </p:nvSpPr>
        <p:spPr>
          <a:xfrm>
            <a:off x="5986272" y="3602874"/>
            <a:ext cx="1761074" cy="207749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rtlCol="0">
            <a:spAutoFit/>
          </a:bodyPr>
          <a:lstStyle/>
          <a:p>
            <a:r>
              <a:rPr lang="pt-BR" sz="700" dirty="0" err="1">
                <a:latin typeface="Arial" panose="020B0604020202020204" pitchFamily="34" charset="0"/>
                <a:cs typeface="Arial" panose="020B0604020202020204" pitchFamily="34" charset="0"/>
              </a:rPr>
              <a:t>Wait</a:t>
            </a:r>
            <a:r>
              <a:rPr lang="pt-BR" sz="700" dirty="0">
                <a:latin typeface="Arial" panose="020B0604020202020204" pitchFamily="34" charset="0"/>
                <a:cs typeface="Arial" panose="020B0604020202020204" pitchFamily="34" charset="0"/>
              </a:rPr>
              <a:t> time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631DB89D-D5CC-E9A4-0AA1-E6C4018C1B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012" t="88909" r="37118" b="6376"/>
          <a:stretch>
            <a:fillRect/>
          </a:stretch>
        </p:blipFill>
        <p:spPr>
          <a:xfrm>
            <a:off x="7938770" y="4076283"/>
            <a:ext cx="518160" cy="282114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61EF6D6D-61A8-2CE2-30C4-CE4E06603818}"/>
              </a:ext>
            </a:extLst>
          </p:cNvPr>
          <p:cNvSpPr txBox="1"/>
          <p:nvPr/>
        </p:nvSpPr>
        <p:spPr>
          <a:xfrm>
            <a:off x="6148062" y="4130094"/>
            <a:ext cx="1790707" cy="200055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rtlCol="0">
            <a:spAutoFit/>
          </a:bodyPr>
          <a:lstStyle/>
          <a:p>
            <a:endParaRPr lang="pt-BR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B714854-29D5-FD98-9B11-01AEE32FE845}"/>
              </a:ext>
            </a:extLst>
          </p:cNvPr>
          <p:cNvSpPr txBox="1"/>
          <p:nvPr/>
        </p:nvSpPr>
        <p:spPr>
          <a:xfrm>
            <a:off x="2862348" y="4573416"/>
            <a:ext cx="2827252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# ‘</a:t>
            </a:r>
            <a:r>
              <a:rPr lang="pt-BR" sz="700" dirty="0" err="1"/>
              <a:t>Lalamove</a:t>
            </a:r>
            <a:r>
              <a:rPr lang="pt-BR" sz="700" dirty="0"/>
              <a:t> </a:t>
            </a:r>
            <a:r>
              <a:rPr lang="pt-BR" sz="700" dirty="0" err="1"/>
              <a:t>Preferences</a:t>
            </a:r>
            <a:r>
              <a:rPr lang="pt-BR" sz="700" dirty="0"/>
              <a:t>’ modal </a:t>
            </a:r>
            <a:r>
              <a:rPr lang="pt-BR" sz="700" dirty="0" err="1"/>
              <a:t>was</a:t>
            </a:r>
            <a:r>
              <a:rPr lang="pt-BR" sz="700" dirty="0"/>
              <a:t> split </a:t>
            </a:r>
            <a:r>
              <a:rPr lang="pt-BR" sz="700" dirty="0" err="1"/>
              <a:t>into</a:t>
            </a:r>
            <a:r>
              <a:rPr lang="pt-BR" sz="700" dirty="0"/>
              <a:t> </a:t>
            </a:r>
            <a:r>
              <a:rPr lang="pt-BR" sz="700" dirty="0" err="1"/>
              <a:t>two</a:t>
            </a:r>
            <a:r>
              <a:rPr lang="pt-BR" sz="700" dirty="0"/>
              <a:t> </a:t>
            </a:r>
            <a:r>
              <a:rPr lang="pt-BR" sz="700" dirty="0" err="1"/>
              <a:t>modals</a:t>
            </a:r>
            <a:br>
              <a:rPr lang="pt-BR" sz="700" dirty="0"/>
            </a:br>
            <a:r>
              <a:rPr lang="pt-BR" sz="700" dirty="0"/>
              <a:t>## new modal ‘</a:t>
            </a:r>
            <a:r>
              <a:rPr lang="pt-BR" sz="700" dirty="0" err="1"/>
              <a:t>Lalamove</a:t>
            </a:r>
            <a:r>
              <a:rPr lang="pt-BR" sz="700" dirty="0"/>
              <a:t> </a:t>
            </a:r>
            <a:r>
              <a:rPr lang="pt-BR" sz="700" dirty="0" err="1"/>
              <a:t>preferences</a:t>
            </a:r>
            <a:r>
              <a:rPr lang="pt-BR" sz="700" dirty="0"/>
              <a:t>’ must </a:t>
            </a:r>
            <a:r>
              <a:rPr lang="pt-BR" sz="700" dirty="0" err="1"/>
              <a:t>be</a:t>
            </a:r>
            <a:r>
              <a:rPr lang="pt-BR" sz="700" dirty="0"/>
              <a:t> </a:t>
            </a:r>
            <a:r>
              <a:rPr lang="pt-BR" sz="700" dirty="0" err="1"/>
              <a:t>created</a:t>
            </a:r>
            <a:br>
              <a:rPr lang="pt-BR" sz="700" dirty="0"/>
            </a:br>
            <a:r>
              <a:rPr lang="pt-BR" sz="700" dirty="0"/>
              <a:t>### </a:t>
            </a:r>
            <a:r>
              <a:rPr lang="pt-BR" sz="700" dirty="0" err="1"/>
              <a:t>triggered</a:t>
            </a:r>
            <a:r>
              <a:rPr lang="pt-BR" sz="700" dirty="0"/>
              <a:t> </a:t>
            </a:r>
            <a:r>
              <a:rPr lang="pt-BR" sz="700" dirty="0" err="1"/>
              <a:t>by</a:t>
            </a:r>
            <a:r>
              <a:rPr lang="pt-BR" sz="700" dirty="0"/>
              <a:t> </a:t>
            </a:r>
            <a:r>
              <a:rPr lang="pt-BR" sz="700" dirty="0" err="1"/>
              <a:t>clicking</a:t>
            </a:r>
            <a:r>
              <a:rPr lang="pt-BR" sz="700" dirty="0"/>
              <a:t> </a:t>
            </a:r>
            <a:r>
              <a:rPr lang="pt-BR" sz="700" dirty="0" err="1"/>
              <a:t>at</a:t>
            </a:r>
            <a:r>
              <a:rPr lang="pt-BR" sz="700" dirty="0"/>
              <a:t> </a:t>
            </a:r>
            <a:r>
              <a:rPr lang="pt-BR" sz="700" dirty="0" err="1"/>
              <a:t>Preferences</a:t>
            </a:r>
            <a:r>
              <a:rPr lang="pt-BR" sz="700" dirty="0"/>
              <a:t> </a:t>
            </a:r>
            <a:r>
              <a:rPr lang="pt-BR" sz="700" dirty="0" err="1"/>
              <a:t>column</a:t>
            </a:r>
            <a:r>
              <a:rPr lang="pt-BR" sz="700" dirty="0"/>
              <a:t> </a:t>
            </a:r>
            <a:r>
              <a:rPr lang="pt-BR" sz="700" dirty="0" err="1"/>
              <a:t>content</a:t>
            </a:r>
            <a:r>
              <a:rPr lang="pt-BR" sz="700" dirty="0"/>
              <a:t>(</a:t>
            </a:r>
            <a:r>
              <a:rPr lang="pt-BR" sz="700" dirty="0" err="1"/>
              <a:t>see</a:t>
            </a:r>
            <a:r>
              <a:rPr lang="pt-BR" sz="700" dirty="0"/>
              <a:t> </a:t>
            </a:r>
            <a:r>
              <a:rPr lang="pt-BR" sz="700" dirty="0" err="1"/>
              <a:t>page</a:t>
            </a:r>
            <a:r>
              <a:rPr lang="pt-BR" sz="700" dirty="0"/>
              <a:t> 3)</a:t>
            </a:r>
            <a:br>
              <a:rPr lang="pt-BR" sz="700" dirty="0"/>
            </a:br>
            <a:r>
              <a:rPr lang="pt-BR" sz="700" dirty="0"/>
              <a:t>#### ‘Define’ </a:t>
            </a:r>
            <a:r>
              <a:rPr lang="pt-BR" sz="700" dirty="0" err="1"/>
              <a:t>when</a:t>
            </a:r>
            <a:r>
              <a:rPr lang="pt-BR" sz="700" dirty="0"/>
              <a:t> no </a:t>
            </a:r>
            <a:r>
              <a:rPr lang="pt-BR" sz="700" dirty="0" err="1"/>
              <a:t>preferences</a:t>
            </a:r>
            <a:r>
              <a:rPr lang="pt-BR" sz="700" dirty="0"/>
              <a:t> </a:t>
            </a:r>
            <a:r>
              <a:rPr lang="pt-BR" sz="700" dirty="0" err="1"/>
              <a:t>exist</a:t>
            </a:r>
            <a:br>
              <a:rPr lang="pt-BR" sz="700" dirty="0"/>
            </a:br>
            <a:r>
              <a:rPr lang="pt-BR" sz="700" dirty="0"/>
              <a:t>#### ‘Update’ </a:t>
            </a:r>
            <a:r>
              <a:rPr lang="pt-BR" sz="700" dirty="0" err="1"/>
              <a:t>when</a:t>
            </a:r>
            <a:r>
              <a:rPr lang="pt-BR" sz="700" dirty="0"/>
              <a:t> </a:t>
            </a:r>
            <a:r>
              <a:rPr lang="pt-BR" sz="700" dirty="0" err="1"/>
              <a:t>preferences</a:t>
            </a:r>
            <a:r>
              <a:rPr lang="pt-BR" sz="700" dirty="0"/>
              <a:t> </a:t>
            </a:r>
            <a:r>
              <a:rPr lang="pt-BR" sz="700" dirty="0" err="1"/>
              <a:t>already</a:t>
            </a:r>
            <a:r>
              <a:rPr lang="pt-BR" sz="700" dirty="0"/>
              <a:t> </a:t>
            </a:r>
            <a:r>
              <a:rPr lang="pt-BR" sz="700" dirty="0" err="1"/>
              <a:t>exist</a:t>
            </a:r>
            <a:br>
              <a:rPr lang="pt-BR" sz="700" dirty="0"/>
            </a:br>
            <a:r>
              <a:rPr lang="pt-BR" sz="700" dirty="0"/>
              <a:t>### remove </a:t>
            </a:r>
            <a:r>
              <a:rPr lang="pt-BR" sz="700" dirty="0" err="1"/>
              <a:t>text</a:t>
            </a:r>
            <a:r>
              <a:rPr lang="pt-BR" sz="700" dirty="0"/>
              <a:t> ‘</a:t>
            </a:r>
            <a:r>
              <a:rPr lang="en-US" sz="700" dirty="0"/>
              <a:t>Secrets are encrypted at rest and never returned to the UI after saving.’ from modal</a:t>
            </a:r>
            <a:br>
              <a:rPr lang="en-US" sz="700" dirty="0"/>
            </a:br>
            <a:br>
              <a:rPr lang="en-US" sz="700" dirty="0"/>
            </a:br>
            <a:r>
              <a:rPr lang="en-US" sz="700" dirty="0"/>
              <a:t>## fields to keep from original modal</a:t>
            </a:r>
          </a:p>
          <a:p>
            <a:r>
              <a:rPr lang="en-US" sz="700" dirty="0"/>
              <a:t>### Preferred vehicle + max orders</a:t>
            </a:r>
            <a:br>
              <a:rPr lang="en-US" sz="700" dirty="0"/>
            </a:br>
            <a:r>
              <a:rPr lang="en-US" sz="700" dirty="0"/>
              <a:t>### 2</a:t>
            </a:r>
            <a:r>
              <a:rPr lang="en-US" sz="700" baseline="30000" dirty="0"/>
              <a:t>nd</a:t>
            </a:r>
            <a:r>
              <a:rPr lang="en-US" sz="700" dirty="0"/>
              <a:t> option + max orders</a:t>
            </a:r>
            <a:br>
              <a:rPr lang="en-US" sz="700" dirty="0"/>
            </a:br>
            <a:r>
              <a:rPr lang="en-US" sz="700" dirty="0"/>
              <a:t>### special requests</a:t>
            </a:r>
          </a:p>
          <a:p>
            <a:endParaRPr lang="en-US" sz="700" dirty="0"/>
          </a:p>
          <a:p>
            <a:br>
              <a:rPr lang="pt-BR" sz="700" dirty="0"/>
            </a:br>
            <a:endParaRPr lang="pt-BR" sz="700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66485A3-E887-A132-784C-052D701C7998}"/>
              </a:ext>
            </a:extLst>
          </p:cNvPr>
          <p:cNvSpPr txBox="1"/>
          <p:nvPr/>
        </p:nvSpPr>
        <p:spPr>
          <a:xfrm>
            <a:off x="5458730" y="5642940"/>
            <a:ext cx="34353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 err="1"/>
              <a:t>Refactor</a:t>
            </a:r>
            <a:r>
              <a:rPr lang="pt-BR" sz="700" dirty="0"/>
              <a:t> </a:t>
            </a:r>
            <a:r>
              <a:rPr lang="pt-BR" sz="700" dirty="0" err="1"/>
              <a:t>Special</a:t>
            </a:r>
            <a:r>
              <a:rPr lang="pt-BR" sz="700" dirty="0"/>
              <a:t> </a:t>
            </a:r>
            <a:r>
              <a:rPr lang="pt-BR" sz="700" dirty="0" err="1"/>
              <a:t>requests</a:t>
            </a:r>
            <a:r>
              <a:rPr lang="pt-BR" sz="700" dirty="0"/>
              <a:t> </a:t>
            </a:r>
            <a:r>
              <a:rPr lang="pt-BR" sz="700" dirty="0" err="1"/>
              <a:t>toggles</a:t>
            </a:r>
            <a:r>
              <a:rPr lang="pt-BR" sz="700" dirty="0"/>
              <a:t>:</a:t>
            </a:r>
            <a:br>
              <a:rPr lang="pt-BR" sz="700" dirty="0"/>
            </a:br>
            <a:r>
              <a:rPr lang="pt-BR" sz="700" dirty="0"/>
              <a:t># remove </a:t>
            </a:r>
            <a:r>
              <a:rPr lang="pt-BR" sz="700" dirty="0" err="1"/>
              <a:t>wait</a:t>
            </a:r>
            <a:r>
              <a:rPr lang="pt-BR" sz="700" dirty="0"/>
              <a:t> time </a:t>
            </a:r>
            <a:r>
              <a:rPr lang="pt-BR" sz="700" dirty="0" err="1"/>
              <a:t>options</a:t>
            </a:r>
            <a:r>
              <a:rPr lang="pt-BR" sz="700" dirty="0"/>
              <a:t> </a:t>
            </a:r>
            <a:r>
              <a:rPr lang="pt-BR" sz="700" dirty="0" err="1"/>
              <a:t>from</a:t>
            </a:r>
            <a:r>
              <a:rPr lang="pt-BR" sz="700" dirty="0"/>
              <a:t> default </a:t>
            </a:r>
            <a:r>
              <a:rPr lang="pt-BR" sz="700" dirty="0" err="1"/>
              <a:t>view</a:t>
            </a:r>
            <a:br>
              <a:rPr lang="pt-BR" sz="700" dirty="0"/>
            </a:br>
            <a:r>
              <a:rPr lang="pt-BR" sz="700" dirty="0"/>
              <a:t># </a:t>
            </a:r>
            <a:r>
              <a:rPr lang="pt-BR" sz="700" dirty="0" err="1"/>
              <a:t>add</a:t>
            </a:r>
            <a:r>
              <a:rPr lang="pt-BR" sz="700" dirty="0"/>
              <a:t> ‘</a:t>
            </a:r>
            <a:r>
              <a:rPr lang="pt-BR" sz="700" dirty="0" err="1"/>
              <a:t>Wait</a:t>
            </a:r>
            <a:r>
              <a:rPr lang="pt-BR" sz="700" dirty="0"/>
              <a:t> time’ </a:t>
            </a:r>
            <a:r>
              <a:rPr lang="pt-BR" sz="700" dirty="0" err="1"/>
              <a:t>at</a:t>
            </a:r>
            <a:r>
              <a:rPr lang="pt-BR" sz="700" dirty="0"/>
              <a:t> </a:t>
            </a:r>
            <a:r>
              <a:rPr lang="pt-BR" sz="700" dirty="0" err="1"/>
              <a:t>second</a:t>
            </a:r>
            <a:r>
              <a:rPr lang="pt-BR" sz="700" dirty="0"/>
              <a:t> </a:t>
            </a:r>
            <a:r>
              <a:rPr lang="pt-BR" sz="700" dirty="0" err="1"/>
              <a:t>row</a:t>
            </a:r>
            <a:r>
              <a:rPr lang="pt-BR" sz="700" dirty="0"/>
              <a:t>, </a:t>
            </a:r>
            <a:r>
              <a:rPr lang="pt-BR" sz="700" dirty="0" err="1"/>
              <a:t>below</a:t>
            </a:r>
            <a:r>
              <a:rPr lang="pt-BR" sz="700" dirty="0"/>
              <a:t> </a:t>
            </a:r>
            <a:r>
              <a:rPr lang="pt-BR" sz="700" dirty="0" err="1"/>
              <a:t>Thermal</a:t>
            </a:r>
            <a:r>
              <a:rPr lang="pt-BR" sz="700" dirty="0"/>
              <a:t> bag</a:t>
            </a:r>
            <a:endParaRPr lang="pt-BR" sz="800" dirty="0">
              <a:solidFill>
                <a:schemeClr val="tx1"/>
              </a:solidFill>
            </a:endParaRP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DFA927E9-4C9B-CEB3-925B-A76E5CEEA8BA}"/>
              </a:ext>
            </a:extLst>
          </p:cNvPr>
          <p:cNvCxnSpPr>
            <a:cxnSpLocks/>
            <a:stCxn id="31" idx="2"/>
            <a:endCxn id="29" idx="0"/>
          </p:cNvCxnSpPr>
          <p:nvPr/>
        </p:nvCxnSpPr>
        <p:spPr>
          <a:xfrm flipH="1">
            <a:off x="7176405" y="3976403"/>
            <a:ext cx="151590" cy="16665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tângulo 30">
            <a:extLst>
              <a:ext uri="{FF2B5EF4-FFF2-40B4-BE49-F238E27FC236}">
                <a16:creationId xmlns:a16="http://schemas.microsoft.com/office/drawing/2014/main" id="{A22F25B8-7726-43E2-BE59-2E00ED28E387}"/>
              </a:ext>
            </a:extLst>
          </p:cNvPr>
          <p:cNvSpPr/>
          <p:nvPr/>
        </p:nvSpPr>
        <p:spPr>
          <a:xfrm>
            <a:off x="5740491" y="3488961"/>
            <a:ext cx="3175007" cy="4874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52D625D3-3FFC-8579-72D8-D0C937132ED5}"/>
              </a:ext>
            </a:extLst>
          </p:cNvPr>
          <p:cNvSpPr/>
          <p:nvPr/>
        </p:nvSpPr>
        <p:spPr>
          <a:xfrm>
            <a:off x="7747346" y="4000286"/>
            <a:ext cx="1180754" cy="4874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81CD42F1-B8BB-C9D8-39C2-89E63745CEA6}"/>
              </a:ext>
            </a:extLst>
          </p:cNvPr>
          <p:cNvCxnSpPr>
            <a:cxnSpLocks/>
            <a:stCxn id="35" idx="2"/>
            <a:endCxn id="40" idx="1"/>
          </p:cNvCxnSpPr>
          <p:nvPr/>
        </p:nvCxnSpPr>
        <p:spPr>
          <a:xfrm>
            <a:off x="8337723" y="4487728"/>
            <a:ext cx="426186" cy="11813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E182899-3DBC-1693-1313-8F68DF6804EE}"/>
              </a:ext>
            </a:extLst>
          </p:cNvPr>
          <p:cNvSpPr txBox="1"/>
          <p:nvPr/>
        </p:nvSpPr>
        <p:spPr>
          <a:xfrm>
            <a:off x="8763909" y="5376662"/>
            <a:ext cx="3435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err="1">
                <a:solidFill>
                  <a:schemeClr val="tx1"/>
                </a:solidFill>
              </a:rPr>
              <a:t>Buttons</a:t>
            </a:r>
            <a:r>
              <a:rPr lang="pt-BR" sz="800" dirty="0"/>
              <a:t>:</a:t>
            </a:r>
            <a:br>
              <a:rPr lang="pt-BR" sz="800" dirty="0"/>
            </a:br>
            <a:r>
              <a:rPr lang="pt-BR" sz="800" dirty="0"/>
              <a:t># </a:t>
            </a:r>
            <a:r>
              <a:rPr lang="pt-BR" sz="800" dirty="0" err="1"/>
              <a:t>align</a:t>
            </a:r>
            <a:r>
              <a:rPr lang="pt-BR" sz="800" dirty="0"/>
              <a:t> </a:t>
            </a:r>
            <a:r>
              <a:rPr lang="pt-BR" sz="800" dirty="0" err="1"/>
              <a:t>to</a:t>
            </a:r>
            <a:r>
              <a:rPr lang="pt-BR" sz="800" dirty="0"/>
              <a:t> </a:t>
            </a:r>
            <a:r>
              <a:rPr lang="pt-BR" sz="800" dirty="0" err="1"/>
              <a:t>right</a:t>
            </a:r>
            <a:r>
              <a:rPr lang="pt-BR" sz="800" dirty="0"/>
              <a:t> corner </a:t>
            </a:r>
            <a:r>
              <a:rPr lang="pt-BR" sz="800" dirty="0" err="1"/>
              <a:t>ofmodal</a:t>
            </a:r>
            <a:br>
              <a:rPr lang="pt-BR" sz="800" dirty="0"/>
            </a:br>
            <a:r>
              <a:rPr lang="pt-BR" sz="800" dirty="0"/>
              <a:t>##’Cancel’: </a:t>
            </a:r>
            <a:r>
              <a:rPr lang="pt-BR" sz="800" dirty="0" err="1"/>
              <a:t>secondary-style</a:t>
            </a:r>
            <a:r>
              <a:rPr lang="pt-BR" sz="800" dirty="0"/>
              <a:t> (closes modal; no </a:t>
            </a:r>
            <a:r>
              <a:rPr lang="pt-BR" sz="800" dirty="0" err="1"/>
              <a:t>changes</a:t>
            </a:r>
            <a:r>
              <a:rPr lang="pt-BR" sz="800" dirty="0"/>
              <a:t> </a:t>
            </a:r>
            <a:r>
              <a:rPr lang="pt-BR" sz="800" dirty="0" err="1"/>
              <a:t>saved</a:t>
            </a:r>
            <a:r>
              <a:rPr lang="pt-BR" sz="800" dirty="0"/>
              <a:t>)</a:t>
            </a:r>
            <a:br>
              <a:rPr lang="pt-BR" sz="800" dirty="0"/>
            </a:br>
            <a:r>
              <a:rPr lang="pt-BR" sz="800" dirty="0"/>
              <a:t>##’Save’: </a:t>
            </a:r>
            <a:r>
              <a:rPr lang="pt-BR" sz="800" dirty="0" err="1"/>
              <a:t>primary-style</a:t>
            </a:r>
            <a:r>
              <a:rPr lang="pt-BR" sz="800" dirty="0"/>
              <a:t> (</a:t>
            </a:r>
            <a:r>
              <a:rPr lang="pt-BR" sz="800" dirty="0" err="1"/>
              <a:t>saves</a:t>
            </a:r>
            <a:r>
              <a:rPr lang="pt-BR" sz="800" dirty="0"/>
              <a:t> </a:t>
            </a:r>
            <a:r>
              <a:rPr lang="pt-BR" sz="800" dirty="0" err="1"/>
              <a:t>changes</a:t>
            </a:r>
            <a:r>
              <a:rPr lang="pt-BR" sz="800" dirty="0"/>
              <a:t> + closes modal)</a:t>
            </a:r>
            <a:endParaRPr lang="pt-BR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417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14B42-FF30-4E22-0579-AACAF888B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FB14F8E-B2C6-D445-9901-559063FEC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862" y="657546"/>
            <a:ext cx="10639462" cy="5984697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241113E-229D-0315-9A3C-BBD41DAD88EB}"/>
              </a:ext>
            </a:extLst>
          </p:cNvPr>
          <p:cNvSpPr/>
          <p:nvPr/>
        </p:nvSpPr>
        <p:spPr>
          <a:xfrm>
            <a:off x="2751667" y="1358023"/>
            <a:ext cx="9152657" cy="5284220"/>
          </a:xfrm>
          <a:prstGeom prst="rect">
            <a:avLst/>
          </a:prstGeom>
          <a:solidFill>
            <a:schemeClr val="tx1">
              <a:lumMod val="75000"/>
              <a:lumOff val="2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3986A83-59E0-CE54-878A-1B22A70BE0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588" r="27424" b="35283"/>
          <a:stretch>
            <a:fillRect/>
          </a:stretch>
        </p:blipFill>
        <p:spPr>
          <a:xfrm>
            <a:off x="5689600" y="656841"/>
            <a:ext cx="3296921" cy="3873135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4DD8B7BF-247E-260D-F11E-D3CAE7D9A4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871" t="96931" r="28141" b="2760"/>
          <a:stretch>
            <a:fillRect/>
          </a:stretch>
        </p:blipFill>
        <p:spPr>
          <a:xfrm>
            <a:off x="5689600" y="4222761"/>
            <a:ext cx="3296921" cy="55243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7A409B6-F764-7EA1-5334-7917EFACE4FC}"/>
              </a:ext>
            </a:extLst>
          </p:cNvPr>
          <p:cNvSpPr txBox="1"/>
          <p:nvPr/>
        </p:nvSpPr>
        <p:spPr>
          <a:xfrm>
            <a:off x="5753093" y="1766736"/>
            <a:ext cx="1761074" cy="24622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pt-BR" sz="1000" b="1" dirty="0" err="1"/>
              <a:t>Lalamove</a:t>
            </a:r>
            <a:r>
              <a:rPr lang="pt-BR" sz="1000" b="1" dirty="0"/>
              <a:t> </a:t>
            </a:r>
            <a:r>
              <a:rPr lang="pt-BR" sz="1000" b="1" dirty="0" err="1"/>
              <a:t>preferences</a:t>
            </a:r>
            <a:endParaRPr lang="pt-BR" sz="1000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B1DDEE8-3D40-1CFB-A82F-07E2AF1125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588" t="49667" r="27426" b="23958"/>
          <a:stretch>
            <a:fillRect/>
          </a:stretch>
        </p:blipFill>
        <p:spPr>
          <a:xfrm>
            <a:off x="5689601" y="2030191"/>
            <a:ext cx="3296920" cy="157864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BECEB39-5A58-03FC-BDAD-0179C9B555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589" t="76472" r="27426" b="4643"/>
          <a:stretch>
            <a:fillRect/>
          </a:stretch>
        </p:blipFill>
        <p:spPr>
          <a:xfrm>
            <a:off x="5689601" y="3627120"/>
            <a:ext cx="3296920" cy="1130186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3BA74142-6CA6-C899-F5E4-9BFF76DFB9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589" t="80842" r="27426" b="4643"/>
          <a:stretch>
            <a:fillRect/>
          </a:stretch>
        </p:blipFill>
        <p:spPr>
          <a:xfrm>
            <a:off x="5689601" y="4072335"/>
            <a:ext cx="3296920" cy="868682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35CC4F5D-9C71-6DC5-8F2D-4AA2C63FA6FE}"/>
              </a:ext>
            </a:extLst>
          </p:cNvPr>
          <p:cNvSpPr txBox="1"/>
          <p:nvPr/>
        </p:nvSpPr>
        <p:spPr>
          <a:xfrm>
            <a:off x="5986272" y="3602874"/>
            <a:ext cx="2289048" cy="619887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rtlCol="0">
            <a:noAutofit/>
          </a:bodyPr>
          <a:lstStyle/>
          <a:p>
            <a:endParaRPr lang="pt-BR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B15E5FE-F50A-744A-2CCA-4472462961FD}"/>
              </a:ext>
            </a:extLst>
          </p:cNvPr>
          <p:cNvSpPr txBox="1"/>
          <p:nvPr/>
        </p:nvSpPr>
        <p:spPr>
          <a:xfrm>
            <a:off x="5846064" y="3764326"/>
            <a:ext cx="2289048" cy="458436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rtlCol="0">
            <a:noAutofit/>
          </a:bodyPr>
          <a:lstStyle/>
          <a:p>
            <a:endParaRPr lang="pt-BR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7D8ECAF-E342-C193-4797-9F44890AA9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783" t="76331" r="37487" b="15917"/>
          <a:stretch>
            <a:fillRect/>
          </a:stretch>
        </p:blipFill>
        <p:spPr>
          <a:xfrm>
            <a:off x="6096000" y="3779501"/>
            <a:ext cx="609601" cy="463991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6F34E259-E3E9-D788-226A-E8678313BC45}"/>
              </a:ext>
            </a:extLst>
          </p:cNvPr>
          <p:cNvSpPr txBox="1"/>
          <p:nvPr/>
        </p:nvSpPr>
        <p:spPr>
          <a:xfrm>
            <a:off x="5986272" y="3602874"/>
            <a:ext cx="1761074" cy="207749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rtlCol="0">
            <a:spAutoFit/>
          </a:bodyPr>
          <a:lstStyle/>
          <a:p>
            <a:r>
              <a:rPr lang="pt-BR" sz="700" dirty="0" err="1">
                <a:latin typeface="Arial" panose="020B0604020202020204" pitchFamily="34" charset="0"/>
                <a:cs typeface="Arial" panose="020B0604020202020204" pitchFamily="34" charset="0"/>
              </a:rPr>
              <a:t>Wait</a:t>
            </a:r>
            <a:r>
              <a:rPr lang="pt-BR" sz="700" dirty="0">
                <a:latin typeface="Arial" panose="020B0604020202020204" pitchFamily="34" charset="0"/>
                <a:cs typeface="Arial" panose="020B0604020202020204" pitchFamily="34" charset="0"/>
              </a:rPr>
              <a:t> time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B9895964-C0A1-11A3-0715-58568B11C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945" t="78202" r="55522" b="12750"/>
          <a:stretch>
            <a:fillRect/>
          </a:stretch>
        </p:blipFill>
        <p:spPr>
          <a:xfrm>
            <a:off x="5932930" y="3750976"/>
            <a:ext cx="163069" cy="541472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00F04695-2065-CD88-8912-E1C2AA77810D}"/>
              </a:ext>
            </a:extLst>
          </p:cNvPr>
          <p:cNvSpPr txBox="1"/>
          <p:nvPr/>
        </p:nvSpPr>
        <p:spPr>
          <a:xfrm>
            <a:off x="6193536" y="4436076"/>
            <a:ext cx="2289048" cy="458436"/>
          </a:xfrm>
          <a:prstGeom prst="rect">
            <a:avLst/>
          </a:prstGeom>
          <a:solidFill>
            <a:srgbClr val="FFFFFF"/>
          </a:solidFill>
        </p:spPr>
        <p:txBody>
          <a:bodyPr wrap="square" lIns="36000" rIns="36000" rtlCol="0">
            <a:noAutofit/>
          </a:bodyPr>
          <a:lstStyle/>
          <a:p>
            <a:endParaRPr lang="pt-BR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E08CDFCF-D5AB-FC78-FB46-7AF10DD2DC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012" t="88909" r="37118" b="6376"/>
          <a:stretch>
            <a:fillRect/>
          </a:stretch>
        </p:blipFill>
        <p:spPr>
          <a:xfrm>
            <a:off x="7938770" y="4551771"/>
            <a:ext cx="518160" cy="28211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72BDF7A-6137-5F8F-D981-AF0C3CC7317C}"/>
              </a:ext>
            </a:extLst>
          </p:cNvPr>
          <p:cNvSpPr txBox="1"/>
          <p:nvPr/>
        </p:nvSpPr>
        <p:spPr>
          <a:xfrm>
            <a:off x="534256" y="215757"/>
            <a:ext cx="92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Omnify</a:t>
            </a:r>
            <a:r>
              <a:rPr lang="pt-BR" dirty="0"/>
              <a:t> &gt; Settings &gt; </a:t>
            </a:r>
            <a:r>
              <a:rPr lang="pt-BR" dirty="0" err="1"/>
              <a:t>Providers</a:t>
            </a:r>
            <a:r>
              <a:rPr lang="pt-BR" dirty="0"/>
              <a:t> &gt; </a:t>
            </a:r>
            <a:r>
              <a:rPr lang="pt-BR" dirty="0" err="1"/>
              <a:t>Lalamove</a:t>
            </a:r>
            <a:r>
              <a:rPr lang="pt-BR" dirty="0"/>
              <a:t> API new modal {</a:t>
            </a:r>
            <a:r>
              <a:rPr lang="pt-BR" dirty="0" err="1"/>
              <a:t>lalamove-preferences_expanded</a:t>
            </a:r>
            <a:r>
              <a:rPr lang="pt-BR" dirty="0"/>
              <a:t>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CCB2211-B82D-58E8-FB53-25A4FA4F4D9A}"/>
              </a:ext>
            </a:extLst>
          </p:cNvPr>
          <p:cNvSpPr txBox="1"/>
          <p:nvPr/>
        </p:nvSpPr>
        <p:spPr>
          <a:xfrm>
            <a:off x="5458730" y="5642940"/>
            <a:ext cx="343535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 err="1"/>
              <a:t>Refactor</a:t>
            </a:r>
            <a:r>
              <a:rPr lang="pt-BR" sz="700" dirty="0"/>
              <a:t> </a:t>
            </a:r>
            <a:r>
              <a:rPr lang="pt-BR" sz="700" dirty="0" err="1"/>
              <a:t>Special</a:t>
            </a:r>
            <a:r>
              <a:rPr lang="pt-BR" sz="700" dirty="0"/>
              <a:t> </a:t>
            </a:r>
            <a:r>
              <a:rPr lang="pt-BR" sz="700" dirty="0" err="1"/>
              <a:t>requests</a:t>
            </a:r>
            <a:r>
              <a:rPr lang="pt-BR" sz="700" dirty="0"/>
              <a:t> </a:t>
            </a:r>
            <a:r>
              <a:rPr lang="pt-BR" sz="700" dirty="0" err="1"/>
              <a:t>toggles</a:t>
            </a:r>
            <a:r>
              <a:rPr lang="pt-BR" sz="700" dirty="0"/>
              <a:t>:</a:t>
            </a:r>
            <a:br>
              <a:rPr lang="pt-BR" sz="700" dirty="0"/>
            </a:br>
            <a:r>
              <a:rPr lang="pt-BR" sz="700" dirty="0"/>
              <a:t># </a:t>
            </a:r>
            <a:r>
              <a:rPr lang="pt-BR" sz="700" dirty="0" err="1"/>
              <a:t>when</a:t>
            </a:r>
            <a:r>
              <a:rPr lang="pt-BR" sz="700" dirty="0"/>
              <a:t> ‘</a:t>
            </a:r>
            <a:r>
              <a:rPr lang="pt-BR" sz="700" dirty="0" err="1"/>
              <a:t>Wait</a:t>
            </a:r>
            <a:r>
              <a:rPr lang="pt-BR" sz="700" dirty="0"/>
              <a:t> time </a:t>
            </a:r>
            <a:r>
              <a:rPr lang="pt-BR" sz="700" dirty="0" err="1"/>
              <a:t>is</a:t>
            </a:r>
            <a:r>
              <a:rPr lang="pt-BR" sz="700" dirty="0"/>
              <a:t> </a:t>
            </a:r>
            <a:r>
              <a:rPr lang="pt-BR" sz="700" dirty="0" err="1"/>
              <a:t>toggled</a:t>
            </a:r>
            <a:br>
              <a:rPr lang="pt-BR" sz="700" dirty="0"/>
            </a:br>
            <a:r>
              <a:rPr lang="pt-BR" sz="700" dirty="0"/>
              <a:t>## </a:t>
            </a:r>
            <a:r>
              <a:rPr lang="pt-BR" sz="700" dirty="0" err="1"/>
              <a:t>expand</a:t>
            </a:r>
            <a:r>
              <a:rPr lang="pt-BR" sz="700" dirty="0"/>
              <a:t> </a:t>
            </a:r>
            <a:r>
              <a:rPr lang="pt-BR" sz="700" dirty="0" err="1"/>
              <a:t>to</a:t>
            </a:r>
            <a:r>
              <a:rPr lang="pt-BR" sz="700" dirty="0"/>
              <a:t> show </a:t>
            </a:r>
            <a:r>
              <a:rPr lang="pt-BR" sz="700" dirty="0" err="1"/>
              <a:t>options</a:t>
            </a:r>
            <a:r>
              <a:rPr lang="pt-BR" sz="700" dirty="0"/>
              <a:t> </a:t>
            </a:r>
            <a:r>
              <a:rPr lang="pt-BR" sz="700" dirty="0" err="1"/>
              <a:t>related</a:t>
            </a:r>
            <a:r>
              <a:rPr lang="pt-BR" sz="700" dirty="0"/>
              <a:t> </a:t>
            </a:r>
            <a:r>
              <a:rPr lang="pt-BR" sz="700" dirty="0" err="1"/>
              <a:t>to</a:t>
            </a:r>
            <a:r>
              <a:rPr lang="pt-BR" sz="700" dirty="0"/>
              <a:t> </a:t>
            </a:r>
            <a:r>
              <a:rPr lang="pt-BR" sz="700" dirty="0" err="1"/>
              <a:t>Lalamove</a:t>
            </a:r>
            <a:r>
              <a:rPr lang="pt-BR" sz="700" dirty="0"/>
              <a:t> </a:t>
            </a:r>
            <a:r>
              <a:rPr lang="pt-BR" sz="700" dirty="0" err="1"/>
              <a:t>special</a:t>
            </a:r>
            <a:r>
              <a:rPr lang="pt-BR" sz="700" dirty="0"/>
              <a:t> </a:t>
            </a:r>
            <a:r>
              <a:rPr lang="pt-BR" sz="700" dirty="0" err="1"/>
              <a:t>requests</a:t>
            </a:r>
            <a:r>
              <a:rPr lang="pt-BR" sz="700" dirty="0"/>
              <a:t> &gt; </a:t>
            </a:r>
            <a:r>
              <a:rPr lang="pt-BR" sz="700" dirty="0" err="1"/>
              <a:t>extratime</a:t>
            </a:r>
            <a:r>
              <a:rPr lang="pt-BR" sz="700" dirty="0"/>
              <a:t>:</a:t>
            </a:r>
            <a:br>
              <a:rPr lang="pt-BR" sz="700" dirty="0"/>
            </a:br>
            <a:r>
              <a:rPr lang="pt-BR" sz="700" dirty="0"/>
              <a:t>### 30 min</a:t>
            </a:r>
            <a:br>
              <a:rPr lang="pt-BR" sz="700" dirty="0"/>
            </a:br>
            <a:r>
              <a:rPr lang="pt-BR" sz="700" dirty="0"/>
              <a:t>### 1 hour</a:t>
            </a:r>
            <a:br>
              <a:rPr lang="pt-BR" sz="700" dirty="0"/>
            </a:br>
            <a:r>
              <a:rPr lang="pt-BR" sz="700" dirty="0"/>
              <a:t>### 1.5 hour</a:t>
            </a:r>
            <a:endParaRPr lang="pt-BR" sz="800" dirty="0">
              <a:solidFill>
                <a:schemeClr val="tx1"/>
              </a:solidFill>
            </a:endParaRP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18A7828-278E-200A-1DBB-CCDA043BF60B}"/>
              </a:ext>
            </a:extLst>
          </p:cNvPr>
          <p:cNvCxnSpPr>
            <a:cxnSpLocks/>
            <a:stCxn id="13" idx="2"/>
            <a:endCxn id="10" idx="0"/>
          </p:cNvCxnSpPr>
          <p:nvPr/>
        </p:nvCxnSpPr>
        <p:spPr>
          <a:xfrm flipH="1">
            <a:off x="7176405" y="4241049"/>
            <a:ext cx="151590" cy="14018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B99FF136-7D05-E606-E3CB-9480709B8FDC}"/>
              </a:ext>
            </a:extLst>
          </p:cNvPr>
          <p:cNvSpPr/>
          <p:nvPr/>
        </p:nvSpPr>
        <p:spPr>
          <a:xfrm>
            <a:off x="5740491" y="3603261"/>
            <a:ext cx="3175007" cy="637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485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B5E13-4942-2B2C-7D5F-59D70058A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0F66C6E7-B864-D966-F862-ADE52FEB4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62" y="656841"/>
            <a:ext cx="10639462" cy="598469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8E719D4-37CD-78A2-CDEC-D21B921B34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946"/>
          <a:stretch>
            <a:fillRect/>
          </a:stretch>
        </p:blipFill>
        <p:spPr>
          <a:xfrm>
            <a:off x="9770724" y="656841"/>
            <a:ext cx="2133600" cy="598469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E0387F49-6A24-13C0-E126-C71B44445586}"/>
              </a:ext>
            </a:extLst>
          </p:cNvPr>
          <p:cNvSpPr txBox="1"/>
          <p:nvPr/>
        </p:nvSpPr>
        <p:spPr>
          <a:xfrm>
            <a:off x="534256" y="215757"/>
            <a:ext cx="5612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Omnify</a:t>
            </a:r>
            <a:r>
              <a:rPr lang="pt-BR" dirty="0"/>
              <a:t> &gt; Local delivery &gt; Route manager &gt; </a:t>
            </a:r>
            <a:r>
              <a:rPr lang="pt-BR" dirty="0" err="1"/>
              <a:t>auto-assign</a:t>
            </a:r>
            <a:endParaRPr lang="pt-BR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C66E8FF-1864-D4EF-31DA-A0D4EC1F5E8F}"/>
              </a:ext>
            </a:extLst>
          </p:cNvPr>
          <p:cNvSpPr/>
          <p:nvPr/>
        </p:nvSpPr>
        <p:spPr>
          <a:xfrm>
            <a:off x="9891183" y="2900414"/>
            <a:ext cx="1848643" cy="140657"/>
          </a:xfrm>
          <a:prstGeom prst="roundRect">
            <a:avLst>
              <a:gd name="adj" fmla="val 50000"/>
            </a:avLst>
          </a:prstGeom>
          <a:solidFill>
            <a:srgbClr val="FFE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>
            <a:spAutoFit/>
          </a:bodyPr>
          <a:lstStyle/>
          <a:p>
            <a:r>
              <a:rPr lang="pt-BR" sz="650" b="1" dirty="0" err="1">
                <a:solidFill>
                  <a:srgbClr val="FFC000"/>
                </a:solidFill>
              </a:rPr>
              <a:t>Order</a:t>
            </a:r>
            <a:r>
              <a:rPr lang="pt-BR" sz="650" b="1" dirty="0">
                <a:solidFill>
                  <a:srgbClr val="FFC000"/>
                </a:solidFill>
              </a:rPr>
              <a:t>  72017 </a:t>
            </a:r>
            <a:r>
              <a:rPr lang="pt-BR" sz="650" b="1" dirty="0" err="1">
                <a:solidFill>
                  <a:srgbClr val="FFC000"/>
                </a:solidFill>
              </a:rPr>
              <a:t>not</a:t>
            </a:r>
            <a:r>
              <a:rPr lang="pt-BR" sz="650" b="1" dirty="0">
                <a:solidFill>
                  <a:srgbClr val="FFC000"/>
                </a:solidFill>
              </a:rPr>
              <a:t> </a:t>
            </a:r>
            <a:r>
              <a:rPr lang="pt-BR" sz="650" b="1" dirty="0" err="1">
                <a:solidFill>
                  <a:srgbClr val="FFC000"/>
                </a:solidFill>
              </a:rPr>
              <a:t>assigned</a:t>
            </a:r>
            <a:r>
              <a:rPr lang="pt-BR" sz="650" b="1" dirty="0">
                <a:solidFill>
                  <a:srgbClr val="FFC000"/>
                </a:solidFill>
              </a:rPr>
              <a:t>: </a:t>
            </a:r>
            <a:r>
              <a:rPr lang="pt-BR" sz="650" b="1" dirty="0" err="1">
                <a:solidFill>
                  <a:srgbClr val="FFC000"/>
                </a:solidFill>
              </a:rPr>
              <a:t>not</a:t>
            </a:r>
            <a:r>
              <a:rPr lang="pt-BR" sz="650" b="1" dirty="0">
                <a:solidFill>
                  <a:srgbClr val="FFC000"/>
                </a:solidFill>
              </a:rPr>
              <a:t> in delivery </a:t>
            </a:r>
            <a:r>
              <a:rPr lang="pt-BR" sz="650" b="1" dirty="0" err="1">
                <a:solidFill>
                  <a:srgbClr val="FFC000"/>
                </a:solidFill>
              </a:rPr>
              <a:t>area</a:t>
            </a:r>
            <a:endParaRPr lang="pt-BR" sz="650" b="1" dirty="0">
              <a:solidFill>
                <a:srgbClr val="FFC000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359A994-9CC5-AF18-E8B7-B3A9C3768A4B}"/>
              </a:ext>
            </a:extLst>
          </p:cNvPr>
          <p:cNvSpPr txBox="1"/>
          <p:nvPr/>
        </p:nvSpPr>
        <p:spPr>
          <a:xfrm>
            <a:off x="9770724" y="5887485"/>
            <a:ext cx="2133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When 1 </a:t>
            </a:r>
            <a:r>
              <a:rPr lang="pt-BR" sz="800" dirty="0" err="1"/>
              <a:t>or</a:t>
            </a:r>
            <a:r>
              <a:rPr lang="pt-BR" sz="800" dirty="0"/>
              <a:t> more </a:t>
            </a:r>
            <a:r>
              <a:rPr lang="pt-BR" sz="800" dirty="0" err="1"/>
              <a:t>orders</a:t>
            </a:r>
            <a:r>
              <a:rPr lang="pt-BR" sz="800" dirty="0"/>
              <a:t> </a:t>
            </a:r>
            <a:r>
              <a:rPr lang="pt-BR" sz="800" dirty="0" err="1"/>
              <a:t>cannot</a:t>
            </a:r>
            <a:r>
              <a:rPr lang="pt-BR" sz="800" dirty="0"/>
              <a:t> </a:t>
            </a:r>
            <a:r>
              <a:rPr lang="pt-BR" sz="800" dirty="0" err="1"/>
              <a:t>be</a:t>
            </a:r>
            <a:r>
              <a:rPr lang="pt-BR" sz="800" dirty="0"/>
              <a:t> </a:t>
            </a:r>
            <a:r>
              <a:rPr lang="pt-BR" sz="800" dirty="0" err="1"/>
              <a:t>assigned</a:t>
            </a:r>
            <a:r>
              <a:rPr lang="pt-BR" sz="800" dirty="0"/>
              <a:t> </a:t>
            </a:r>
            <a:r>
              <a:rPr lang="pt-BR" sz="800" dirty="0" err="1"/>
              <a:t>because</a:t>
            </a:r>
            <a:r>
              <a:rPr lang="pt-BR" sz="800" dirty="0"/>
              <a:t> </a:t>
            </a:r>
            <a:r>
              <a:rPr lang="pt-BR" sz="800" dirty="0" err="1"/>
              <a:t>they</a:t>
            </a:r>
            <a:r>
              <a:rPr lang="pt-BR" sz="800" dirty="0"/>
              <a:t> are </a:t>
            </a:r>
            <a:r>
              <a:rPr lang="pt-BR" sz="800" dirty="0" err="1"/>
              <a:t>not</a:t>
            </a:r>
            <a:r>
              <a:rPr lang="pt-BR" sz="800" dirty="0"/>
              <a:t> in delivery </a:t>
            </a:r>
            <a:r>
              <a:rPr lang="pt-BR" sz="800" dirty="0" err="1"/>
              <a:t>area</a:t>
            </a:r>
            <a:r>
              <a:rPr lang="pt-BR" sz="800" dirty="0"/>
              <a:t>, display feedback</a:t>
            </a:r>
            <a:br>
              <a:rPr lang="pt-BR" sz="800" dirty="0"/>
            </a:br>
            <a:r>
              <a:rPr lang="pt-BR" sz="800" dirty="0"/>
              <a:t># </a:t>
            </a:r>
            <a:r>
              <a:rPr lang="pt-BR" sz="800" dirty="0" err="1"/>
              <a:t>inside</a:t>
            </a:r>
            <a:r>
              <a:rPr lang="pt-BR" sz="800" dirty="0"/>
              <a:t> </a:t>
            </a:r>
            <a:r>
              <a:rPr lang="pt-BR" sz="800" dirty="0" err="1"/>
              <a:t>an</a:t>
            </a:r>
            <a:r>
              <a:rPr lang="pt-BR" sz="800" dirty="0"/>
              <a:t> </a:t>
            </a:r>
            <a:r>
              <a:rPr lang="pt-BR" sz="800" dirty="0" err="1"/>
              <a:t>yellow</a:t>
            </a:r>
            <a:r>
              <a:rPr lang="pt-BR" sz="800" dirty="0"/>
              <a:t> </a:t>
            </a:r>
            <a:r>
              <a:rPr lang="pt-BR" sz="800" dirty="0" err="1"/>
              <a:t>bagde</a:t>
            </a:r>
            <a:br>
              <a:rPr lang="pt-BR" sz="800" dirty="0"/>
            </a:br>
            <a:r>
              <a:rPr lang="pt-BR" sz="800" dirty="0"/>
              <a:t># </a:t>
            </a:r>
            <a:r>
              <a:rPr lang="pt-BR" sz="800" dirty="0" err="1"/>
              <a:t>at</a:t>
            </a:r>
            <a:r>
              <a:rPr lang="pt-BR" sz="800" dirty="0"/>
              <a:t> </a:t>
            </a:r>
            <a:r>
              <a:rPr lang="pt-BR" sz="800" dirty="0" err="1"/>
              <a:t>same</a:t>
            </a:r>
            <a:r>
              <a:rPr lang="pt-BR" sz="800" dirty="0"/>
              <a:t> position as </a:t>
            </a:r>
            <a:r>
              <a:rPr lang="pt-BR" sz="800" dirty="0" err="1"/>
              <a:t>success</a:t>
            </a:r>
            <a:r>
              <a:rPr lang="pt-BR" sz="800" dirty="0"/>
              <a:t> </a:t>
            </a:r>
            <a:r>
              <a:rPr lang="pt-BR" sz="800" dirty="0" err="1"/>
              <a:t>badge</a:t>
            </a:r>
            <a:r>
              <a:rPr lang="pt-BR" sz="800" dirty="0"/>
              <a:t> </a:t>
            </a:r>
            <a:r>
              <a:rPr lang="pt-BR" sz="800" dirty="0" err="1"/>
              <a:t>displayed</a:t>
            </a:r>
            <a:r>
              <a:rPr lang="pt-BR" sz="800" dirty="0"/>
              <a:t> </a:t>
            </a:r>
            <a:r>
              <a:rPr lang="pt-BR" sz="800" dirty="0" err="1"/>
              <a:t>when</a:t>
            </a:r>
            <a:r>
              <a:rPr lang="pt-BR" sz="800" dirty="0"/>
              <a:t> </a:t>
            </a:r>
            <a:r>
              <a:rPr lang="pt-BR" sz="800" dirty="0" err="1"/>
              <a:t>all</a:t>
            </a:r>
            <a:r>
              <a:rPr lang="pt-BR" sz="800" dirty="0"/>
              <a:t> </a:t>
            </a:r>
            <a:r>
              <a:rPr lang="pt-BR" sz="800" dirty="0" err="1"/>
              <a:t>orders</a:t>
            </a:r>
            <a:r>
              <a:rPr lang="pt-BR" sz="800" dirty="0"/>
              <a:t> are </a:t>
            </a:r>
            <a:r>
              <a:rPr lang="pt-BR" sz="800" dirty="0" err="1"/>
              <a:t>assigned</a:t>
            </a:r>
            <a:br>
              <a:rPr lang="pt-BR" sz="800" dirty="0"/>
            </a:br>
            <a:r>
              <a:rPr lang="pt-BR" sz="800" dirty="0"/>
              <a:t>## </a:t>
            </a:r>
            <a:r>
              <a:rPr lang="pt-BR" sz="800" dirty="0" err="1"/>
              <a:t>eg</a:t>
            </a:r>
            <a:r>
              <a:rPr lang="pt-BR" sz="800" dirty="0"/>
              <a:t>: ‘</a:t>
            </a:r>
            <a:r>
              <a:rPr lang="en-US" sz="800" dirty="0"/>
              <a:t>Order 72017 not assigned: not in delivery area’ when only one</a:t>
            </a:r>
            <a:br>
              <a:rPr lang="en-US" sz="800" dirty="0"/>
            </a:br>
            <a:r>
              <a:rPr lang="en-US" sz="800" dirty="0"/>
              <a:t>## </a:t>
            </a:r>
            <a:r>
              <a:rPr lang="en-US" sz="800" dirty="0" err="1"/>
              <a:t>eg</a:t>
            </a:r>
            <a:r>
              <a:rPr lang="en-US" sz="800" dirty="0"/>
              <a:t>: ‘N orders not assigned: not in delivery area’ when N &gt; 1</a:t>
            </a:r>
          </a:p>
          <a:p>
            <a:endParaRPr lang="en-US" sz="800" dirty="0"/>
          </a:p>
          <a:p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9966736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1019</Words>
  <Application>Microsoft Office PowerPoint</Application>
  <PresentationFormat>Widescreen</PresentationFormat>
  <Paragraphs>70</Paragraphs>
  <Slides>9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Guimarães</dc:creator>
  <cp:lastModifiedBy>Lucas Guimarães</cp:lastModifiedBy>
  <cp:revision>1</cp:revision>
  <dcterms:created xsi:type="dcterms:W3CDTF">2026-03-12T17:48:08Z</dcterms:created>
  <dcterms:modified xsi:type="dcterms:W3CDTF">2026-03-13T00:23:48Z</dcterms:modified>
</cp:coreProperties>
</file>